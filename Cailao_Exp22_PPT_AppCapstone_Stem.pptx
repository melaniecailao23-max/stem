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17"/>
  </p:notesMasterIdLst>
  <p:handoutMasterIdLst>
    <p:handoutMasterId r:id="rId18"/>
  </p:handoutMasterIdLst>
  <p:sldIdLst>
    <p:sldId id="256" r:id="rId3"/>
    <p:sldId id="257" r:id="rId4"/>
    <p:sldId id="260" r:id="rId5"/>
    <p:sldId id="261" r:id="rId6"/>
    <p:sldId id="332" r:id="rId7"/>
    <p:sldId id="267" r:id="rId8"/>
    <p:sldId id="268" r:id="rId9"/>
    <p:sldId id="337" r:id="rId10"/>
    <p:sldId id="269" r:id="rId11"/>
    <p:sldId id="333" r:id="rId12"/>
    <p:sldId id="335" r:id="rId13"/>
    <p:sldId id="334" r:id="rId14"/>
    <p:sldId id="331" r:id="rId15"/>
    <p:sldId id="33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6" autoAdjust="0"/>
    <p:restoredTop sz="90237" autoAdjust="0"/>
  </p:normalViewPr>
  <p:slideViewPr>
    <p:cSldViewPr snapToGrid="0">
      <p:cViewPr varScale="1">
        <p:scale>
          <a:sx n="89" d="100"/>
          <a:sy n="89" d="100"/>
        </p:scale>
        <p:origin x="724" y="64"/>
      </p:cViewPr>
      <p:guideLst>
        <p:guide pos="3840"/>
        <p:guide orient="horz" pos="216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2838" y="108"/>
      </p:cViewPr>
      <p:guideLst/>
    </p:cSldViewPr>
  </p:notes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6.xml" Id="rId8" /><Relationship Type="http://schemas.openxmlformats.org/officeDocument/2006/relationships/slide" Target="slides/slide11.xml" Id="rId13" /><Relationship Type="http://schemas.openxmlformats.org/officeDocument/2006/relationships/handoutMaster" Target="handoutMasters/handoutMaster1.xml" Id="rId18" /><Relationship Type="http://schemas.openxmlformats.org/officeDocument/2006/relationships/slide" Target="slides/slide1.xml" Id="rId3" /><Relationship Type="http://schemas.openxmlformats.org/officeDocument/2006/relationships/theme" Target="theme/theme1.xml" Id="rId21" /><Relationship Type="http://schemas.openxmlformats.org/officeDocument/2006/relationships/slide" Target="slides/slide5.xml" Id="rId7" /><Relationship Type="http://schemas.openxmlformats.org/officeDocument/2006/relationships/slide" Target="slides/slide10.xml" Id="rId12" /><Relationship Type="http://schemas.openxmlformats.org/officeDocument/2006/relationships/notesMaster" Target="notesMasters/notesMaster1.xml" Id="rId17" /><Relationship Type="http://schemas.openxmlformats.org/officeDocument/2006/relationships/slideMaster" Target="slideMasters/slideMaster1.xml" Id="rId2" /><Relationship Type="http://schemas.openxmlformats.org/officeDocument/2006/relationships/slide" Target="slides/slide14.xml" Id="rId16" /><Relationship Type="http://schemas.openxmlformats.org/officeDocument/2006/relationships/viewProps" Target="viewProps.xml" Id="rId20" /><Relationship Type="http://schemas.openxmlformats.org/officeDocument/2006/relationships/slide" Target="slides/slide4.xml" Id="rId6" /><Relationship Type="http://schemas.openxmlformats.org/officeDocument/2006/relationships/slide" Target="slides/slide9.xml" Id="rId11" /><Relationship Type="http://schemas.openxmlformats.org/officeDocument/2006/relationships/slide" Target="slides/slide3.xml" Id="rId5" /><Relationship Type="http://schemas.openxmlformats.org/officeDocument/2006/relationships/slide" Target="slides/slide13.xml" Id="rId15" /><Relationship Type="http://schemas.openxmlformats.org/officeDocument/2006/relationships/slide" Target="slides/slide8.xml" Id="rId10" /><Relationship Type="http://schemas.openxmlformats.org/officeDocument/2006/relationships/presProps" Target="presProps.xml" Id="rId19" /><Relationship Type="http://schemas.openxmlformats.org/officeDocument/2006/relationships/slide" Target="slides/slide2.xml" Id="rId4" /><Relationship Type="http://schemas.openxmlformats.org/officeDocument/2006/relationships/slide" Target="slides/slide7.xml" Id="rId9" /><Relationship Type="http://schemas.openxmlformats.org/officeDocument/2006/relationships/slide" Target="slides/slide12.xml" Id="rId14" /><Relationship Type="http://schemas.openxmlformats.org/officeDocument/2006/relationships/tableStyles" Target="tableStyles.xml" Id="rId22" /><Relationship Type="http://schemas.openxmlformats.org/officeDocument/2006/relationships/customXml" Target="/customXml/item.xml" Id="R4bef304e4bff4639"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475077-A074-4E8C-B45E-964494945228}" type="datetimeFigureOut">
              <a:rPr lang="en-US"/>
              <a:t>8/21/2021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E4C80B-8910-445E-8D30-7A590951118B}" type="slidenum">
              <a:rPr/>
              <a:t>‹#›</a:t>
            </a:fld>
            <a:endParaRPr/>
          </a:p>
        </p:txBody>
      </p:sp>
    </p:spTree>
    <p:extLst>
      <p:ext uri="{BB962C8B-B14F-4D97-AF65-F5344CB8AC3E}">
        <p14:creationId xmlns:p14="http://schemas.microsoft.com/office/powerpoint/2010/main" val="16212540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2B48A4-4B96-49F4-8C25-4C9D06114B2C}" type="datetimeFigureOut">
              <a:rPr lang="en-US"/>
              <a:t>8/21/2021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81F1E7-4EFD-4BFF-B438-FCD52FD36B17}" type="slidenum">
              <a:rPr/>
              <a:t>‹#›</a:t>
            </a:fld>
            <a:endParaRPr/>
          </a:p>
        </p:txBody>
      </p:sp>
    </p:spTree>
    <p:extLst>
      <p:ext uri="{BB962C8B-B14F-4D97-AF65-F5344CB8AC3E}">
        <p14:creationId xmlns:p14="http://schemas.microsoft.com/office/powerpoint/2010/main" val="47356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jec.senate.gov/public/index.cfm?a=Files.Serve&amp;File_id=6aaa7e1f-9586-47be-82e7-326f47658320"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1</a:t>
            </a:fld>
            <a:endParaRPr lang="en-US"/>
          </a:p>
        </p:txBody>
      </p:sp>
    </p:spTree>
    <p:extLst>
      <p:ext uri="{BB962C8B-B14F-4D97-AF65-F5344CB8AC3E}">
        <p14:creationId xmlns:p14="http://schemas.microsoft.com/office/powerpoint/2010/main" val="3655907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acronym STEM stands for Science, Technology, Engineering, and Mathematics. This program was started by Judith A. </a:t>
            </a:r>
            <a:r>
              <a:rPr lang="en-US" sz="1200" kern="1200" dirty="0" err="1">
                <a:solidFill>
                  <a:schemeClr val="tx1"/>
                </a:solidFill>
                <a:effectLst/>
                <a:latin typeface="+mn-lt"/>
                <a:ea typeface="+mn-ea"/>
                <a:cs typeface="+mn-cs"/>
              </a:rPr>
              <a:t>Ramaley</a:t>
            </a:r>
            <a:r>
              <a:rPr lang="en-US" sz="1200" kern="1200" dirty="0">
                <a:solidFill>
                  <a:schemeClr val="tx1"/>
                </a:solidFill>
                <a:effectLst/>
                <a:latin typeface="+mn-lt"/>
                <a:ea typeface="+mn-ea"/>
                <a:cs typeface="+mn-cs"/>
              </a:rPr>
              <a:t>, the former director of the National Science Foundation’s education.</a:t>
            </a:r>
          </a:p>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2</a:t>
            </a:fld>
            <a:endParaRPr lang="en-US"/>
          </a:p>
        </p:txBody>
      </p:sp>
    </p:spTree>
    <p:extLst>
      <p:ext uri="{BB962C8B-B14F-4D97-AF65-F5344CB8AC3E}">
        <p14:creationId xmlns:p14="http://schemas.microsoft.com/office/powerpoint/2010/main" val="129887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teach STEM curriculum?</a:t>
            </a:r>
          </a:p>
        </p:txBody>
      </p:sp>
      <p:sp>
        <p:nvSpPr>
          <p:cNvPr id="4" name="Slide Number Placeholder 3"/>
          <p:cNvSpPr>
            <a:spLocks noGrp="1"/>
          </p:cNvSpPr>
          <p:nvPr>
            <p:ph type="sldNum" sz="quarter" idx="10"/>
          </p:nvPr>
        </p:nvSpPr>
        <p:spPr/>
        <p:txBody>
          <a:bodyPr/>
          <a:lstStyle/>
          <a:p>
            <a:fld id="{5D81F1E7-4EFD-4BFF-B438-FCD52FD36B17}" type="slidenum">
              <a:rPr lang="en-US" smtClean="0"/>
              <a:t>3</a:t>
            </a:fld>
            <a:endParaRPr lang="en-US"/>
          </a:p>
        </p:txBody>
      </p:sp>
    </p:spTree>
    <p:extLst>
      <p:ext uri="{BB962C8B-B14F-4D97-AF65-F5344CB8AC3E}">
        <p14:creationId xmlns:p14="http://schemas.microsoft.com/office/powerpoint/2010/main" val="3155631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2015, the United States educational system received some sobering news. The Program of International Student Assessment (PISA) ranked 15-year-old U.S. high-school students  40</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in mathematics and 25</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in science. These results were based on data from 71 participating nations. </a:t>
            </a:r>
            <a:endParaRPr lang="en-US" dirty="0"/>
          </a:p>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4</a:t>
            </a:fld>
            <a:endParaRPr lang="en-US"/>
          </a:p>
        </p:txBody>
      </p:sp>
    </p:spTree>
    <p:extLst>
      <p:ext uri="{BB962C8B-B14F-4D97-AF65-F5344CB8AC3E}">
        <p14:creationId xmlns:p14="http://schemas.microsoft.com/office/powerpoint/2010/main" val="1788147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Science, technology, engineering, and mathematics (STEM) education is vital to our economic future. As this graph shows, STEM occupations are projected to grow much faster than others. In fact, 15 of the 20 fastest growing jobs require a strong background in mathematics and science.</a:t>
            </a:r>
          </a:p>
          <a:p>
            <a:pPr eaLnBrk="1" hangingPunct="1"/>
            <a:endParaRPr lang="en-US" altLang="en-US" dirty="0"/>
          </a:p>
          <a:p>
            <a:pPr eaLnBrk="1" hangingPunct="1"/>
            <a:r>
              <a:rPr lang="en-US" altLang="en-US" b="1" i="1" dirty="0"/>
              <a:t>SOURCE:</a:t>
            </a:r>
            <a:r>
              <a:rPr lang="en-US" altLang="en-US" i="1" dirty="0"/>
              <a:t> U.S. Congress Joint Economic Committee, STEM Education: Preparing for Jobs of the Future, </a:t>
            </a:r>
            <a:r>
              <a:rPr lang="en-US" altLang="en-US" i="1" dirty="0">
                <a:hlinkClick r:id="rId3"/>
              </a:rPr>
              <a:t>http://www.jec.senate.gov/public/index.cfm?a=Files.Serve&amp;File_id=6aaa7e1f-9586-47be-82e7-326f47658320</a:t>
            </a:r>
            <a:endParaRPr lang="en-US" altLang="en-US" i="1" dirty="0"/>
          </a:p>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5</a:t>
            </a:fld>
            <a:endParaRPr lang="en-US"/>
          </a:p>
        </p:txBody>
      </p:sp>
    </p:spTree>
    <p:extLst>
      <p:ext uri="{BB962C8B-B14F-4D97-AF65-F5344CB8AC3E}">
        <p14:creationId xmlns:p14="http://schemas.microsoft.com/office/powerpoint/2010/main" val="189062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6</a:t>
            </a:fld>
            <a:endParaRPr lang="en-US"/>
          </a:p>
        </p:txBody>
      </p:sp>
    </p:spTree>
    <p:extLst>
      <p:ext uri="{BB962C8B-B14F-4D97-AF65-F5344CB8AC3E}">
        <p14:creationId xmlns:p14="http://schemas.microsoft.com/office/powerpoint/2010/main" val="2806135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solid </a:t>
            </a:r>
            <a:r>
              <a:rPr lang="en-US" b="1" dirty="0"/>
              <a:t>STEM</a:t>
            </a:r>
            <a:r>
              <a:rPr lang="en-US" dirty="0"/>
              <a:t> foundation through a well-rounded curriculum is the best way to ensure that students are exposed to math, science, and technology throughout their educational career.</a:t>
            </a:r>
          </a:p>
        </p:txBody>
      </p:sp>
      <p:sp>
        <p:nvSpPr>
          <p:cNvPr id="4" name="Slide Number Placeholder 3"/>
          <p:cNvSpPr>
            <a:spLocks noGrp="1"/>
          </p:cNvSpPr>
          <p:nvPr>
            <p:ph type="sldNum" sz="quarter" idx="10"/>
          </p:nvPr>
        </p:nvSpPr>
        <p:spPr/>
        <p:txBody>
          <a:bodyPr/>
          <a:lstStyle/>
          <a:p>
            <a:fld id="{5D81F1E7-4EFD-4BFF-B438-FCD52FD36B17}" type="slidenum">
              <a:rPr lang="en-US" smtClean="0"/>
              <a:t>7</a:t>
            </a:fld>
            <a:endParaRPr lang="en-US"/>
          </a:p>
        </p:txBody>
      </p:sp>
    </p:spTree>
    <p:extLst>
      <p:ext uri="{BB962C8B-B14F-4D97-AF65-F5344CB8AC3E}">
        <p14:creationId xmlns:p14="http://schemas.microsoft.com/office/powerpoint/2010/main" val="325394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what STEM education is.</a:t>
            </a:r>
          </a:p>
        </p:txBody>
      </p:sp>
      <p:sp>
        <p:nvSpPr>
          <p:cNvPr id="4" name="Slide Number Placeholder 3"/>
          <p:cNvSpPr>
            <a:spLocks noGrp="1"/>
          </p:cNvSpPr>
          <p:nvPr>
            <p:ph type="sldNum" sz="quarter" idx="10"/>
          </p:nvPr>
        </p:nvSpPr>
        <p:spPr/>
        <p:txBody>
          <a:bodyPr/>
          <a:lstStyle/>
          <a:p>
            <a:fld id="{5D81F1E7-4EFD-4BFF-B438-FCD52FD36B17}" type="slidenum">
              <a:rPr lang="en-US" smtClean="0"/>
              <a:t>8</a:t>
            </a:fld>
            <a:endParaRPr lang="en-US"/>
          </a:p>
        </p:txBody>
      </p:sp>
    </p:spTree>
    <p:extLst>
      <p:ext uri="{BB962C8B-B14F-4D97-AF65-F5344CB8AC3E}">
        <p14:creationId xmlns:p14="http://schemas.microsoft.com/office/powerpoint/2010/main" val="3046378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current curriculum.</a:t>
            </a:r>
          </a:p>
        </p:txBody>
      </p:sp>
      <p:sp>
        <p:nvSpPr>
          <p:cNvPr id="4" name="Slide Number Placeholder 3"/>
          <p:cNvSpPr>
            <a:spLocks noGrp="1"/>
          </p:cNvSpPr>
          <p:nvPr>
            <p:ph type="sldNum" sz="quarter" idx="10"/>
          </p:nvPr>
        </p:nvSpPr>
        <p:spPr/>
        <p:txBody>
          <a:bodyPr/>
          <a:lstStyle/>
          <a:p>
            <a:fld id="{5D81F1E7-4EFD-4BFF-B438-FCD52FD36B17}" type="slidenum">
              <a:rPr lang="en-US" smtClean="0"/>
              <a:t>9</a:t>
            </a:fld>
            <a:endParaRPr lang="en-US"/>
          </a:p>
        </p:txBody>
      </p:sp>
    </p:spTree>
    <p:extLst>
      <p:ext uri="{BB962C8B-B14F-4D97-AF65-F5344CB8AC3E}">
        <p14:creationId xmlns:p14="http://schemas.microsoft.com/office/powerpoint/2010/main" val="4243035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Elementary school STEM education.</a:t>
            </a:r>
          </a:p>
        </p:txBody>
      </p:sp>
      <p:sp>
        <p:nvSpPr>
          <p:cNvPr id="4" name="Slide Number Placeholder 3"/>
          <p:cNvSpPr>
            <a:spLocks noGrp="1"/>
          </p:cNvSpPr>
          <p:nvPr>
            <p:ph type="sldNum" sz="quarter" idx="10"/>
          </p:nvPr>
        </p:nvSpPr>
        <p:spPr/>
        <p:txBody>
          <a:bodyPr/>
          <a:lstStyle/>
          <a:p>
            <a:fld id="{5D81F1E7-4EFD-4BFF-B438-FCD52FD36B17}" type="slidenum">
              <a:rPr lang="en-US" smtClean="0"/>
              <a:t>10</a:t>
            </a:fld>
            <a:endParaRPr lang="en-US"/>
          </a:p>
        </p:txBody>
      </p:sp>
    </p:spTree>
    <p:extLst>
      <p:ext uri="{BB962C8B-B14F-4D97-AF65-F5344CB8AC3E}">
        <p14:creationId xmlns:p14="http://schemas.microsoft.com/office/powerpoint/2010/main" val="3189843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 School STEM education.</a:t>
            </a:r>
          </a:p>
        </p:txBody>
      </p:sp>
      <p:sp>
        <p:nvSpPr>
          <p:cNvPr id="4" name="Slide Number Placeholder 3"/>
          <p:cNvSpPr>
            <a:spLocks noGrp="1"/>
          </p:cNvSpPr>
          <p:nvPr>
            <p:ph type="sldNum" sz="quarter" idx="10"/>
          </p:nvPr>
        </p:nvSpPr>
        <p:spPr/>
        <p:txBody>
          <a:bodyPr/>
          <a:lstStyle/>
          <a:p>
            <a:fld id="{5D81F1E7-4EFD-4BFF-B438-FCD52FD36B17}" type="slidenum">
              <a:rPr lang="en-US" smtClean="0"/>
              <a:t>11</a:t>
            </a:fld>
            <a:endParaRPr lang="en-US"/>
          </a:p>
        </p:txBody>
      </p:sp>
    </p:spTree>
    <p:extLst>
      <p:ext uri="{BB962C8B-B14F-4D97-AF65-F5344CB8AC3E}">
        <p14:creationId xmlns:p14="http://schemas.microsoft.com/office/powerpoint/2010/main" val="2365416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a:t>
            </a:r>
            <a:r>
              <a:rPr lang="en-US"/>
              <a:t>School science.</a:t>
            </a:r>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12</a:t>
            </a:fld>
            <a:endParaRPr lang="en-US"/>
          </a:p>
        </p:txBody>
      </p:sp>
    </p:spTree>
    <p:extLst>
      <p:ext uri="{BB962C8B-B14F-4D97-AF65-F5344CB8AC3E}">
        <p14:creationId xmlns:p14="http://schemas.microsoft.com/office/powerpoint/2010/main" val="2023412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latin typeface="Calibri" pitchFamily="34" charset="0"/>
              </a:rPr>
              <a:t>The majority of college students and parents believe that preparing students for careers in STEM </a:t>
            </a:r>
            <a:r>
              <a:rPr lang="en-US" sz="1200" u="none" dirty="0">
                <a:latin typeface="Calibri" pitchFamily="34" charset="0"/>
              </a:rPr>
              <a:t>should</a:t>
            </a:r>
            <a:r>
              <a:rPr lang="en-US" sz="1200" dirty="0">
                <a:latin typeface="Calibri" pitchFamily="34" charset="0"/>
              </a:rPr>
              <a:t> be a priority for K</a:t>
            </a:r>
            <a:r>
              <a:rPr lang="en-US" sz="1200" dirty="0"/>
              <a:t>–</a:t>
            </a:r>
            <a:r>
              <a:rPr lang="en-US" sz="1200" dirty="0">
                <a:latin typeface="Calibri" pitchFamily="34" charset="0"/>
              </a:rPr>
              <a:t>12 schools in the U.S.; however, only half believe it actually </a:t>
            </a:r>
            <a:r>
              <a:rPr lang="en-US" sz="1200" u="none" dirty="0">
                <a:latin typeface="Calibri" pitchFamily="34" charset="0"/>
              </a:rPr>
              <a:t>is</a:t>
            </a:r>
            <a:r>
              <a:rPr lang="en-US" sz="1200" dirty="0">
                <a:latin typeface="Calibri" pitchFamily="34" charset="0"/>
              </a:rPr>
              <a:t> a top priority in schools.</a:t>
            </a:r>
            <a:endParaRPr lang="en-US" dirty="0"/>
          </a:p>
        </p:txBody>
      </p:sp>
      <p:sp>
        <p:nvSpPr>
          <p:cNvPr id="4" name="Slide Number Placeholder 3"/>
          <p:cNvSpPr>
            <a:spLocks noGrp="1"/>
          </p:cNvSpPr>
          <p:nvPr>
            <p:ph type="sldNum" sz="quarter" idx="10"/>
          </p:nvPr>
        </p:nvSpPr>
        <p:spPr/>
        <p:txBody>
          <a:bodyPr/>
          <a:lstStyle/>
          <a:p>
            <a:fld id="{6C52F61B-6CAB-47F9-B0E9-D60B2E7CF259}"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remain competitive in the 21</a:t>
            </a:r>
            <a:r>
              <a:rPr lang="en-US" baseline="30000" dirty="0"/>
              <a:t>st</a:t>
            </a:r>
            <a:r>
              <a:rPr lang="en-US" dirty="0"/>
              <a:t> century we need to prepare our students for the future.</a:t>
            </a:r>
          </a:p>
        </p:txBody>
      </p:sp>
      <p:sp>
        <p:nvSpPr>
          <p:cNvPr id="4" name="Slide Number Placeholder 3"/>
          <p:cNvSpPr>
            <a:spLocks noGrp="1"/>
          </p:cNvSpPr>
          <p:nvPr>
            <p:ph type="sldNum" sz="quarter" idx="10"/>
          </p:nvPr>
        </p:nvSpPr>
        <p:spPr/>
        <p:txBody>
          <a:bodyPr/>
          <a:lstStyle/>
          <a:p>
            <a:fld id="{5D81F1E7-4EFD-4BFF-B438-FCD52FD36B17}" type="slidenum">
              <a:rPr lang="en-US" smtClean="0"/>
              <a:t>14</a:t>
            </a:fld>
            <a:endParaRPr lang="en-US"/>
          </a:p>
        </p:txBody>
      </p:sp>
    </p:spTree>
    <p:extLst>
      <p:ext uri="{BB962C8B-B14F-4D97-AF65-F5344CB8AC3E}">
        <p14:creationId xmlns:p14="http://schemas.microsoft.com/office/powerpoint/2010/main" val="3195644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ltGray">
          <a:xfrm>
            <a:off x="0" y="4572000"/>
            <a:ext cx="12192000" cy="160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09600" y="4740333"/>
            <a:ext cx="10972800" cy="1263534"/>
          </a:xfrm>
        </p:spPr>
        <p:txBody>
          <a:bodyPr anchor="ctr">
            <a:normAutofit/>
          </a:bodyPr>
          <a:lstStyle>
            <a:lvl1pPr algn="l">
              <a:defRPr sz="5800"/>
            </a:lvl1pPr>
          </a:lstStyle>
          <a:p>
            <a:r>
              <a:rPr lang="en-US"/>
              <a:t>Click to edit Master title style</a:t>
            </a:r>
            <a:endParaRPr dirty="0"/>
          </a:p>
        </p:txBody>
      </p:sp>
      <p:cxnSp>
        <p:nvCxnSpPr>
          <p:cNvPr id="8" name="Straight Connector 7"/>
          <p:cNvCxnSpPr/>
          <p:nvPr/>
        </p:nvCxnSpPr>
        <p:spPr>
          <a:xfrm>
            <a:off x="0" y="6210300"/>
            <a:ext cx="12192000" cy="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p:nvPr>
        </p:nvSpPr>
        <p:spPr>
          <a:xfrm>
            <a:off x="609600" y="6286500"/>
            <a:ext cx="10972800" cy="457200"/>
          </a:xfrm>
        </p:spPr>
        <p:txBody>
          <a:bodyPr anchor="ctr">
            <a:normAutofit/>
          </a:bodyPr>
          <a:lstStyle>
            <a:lvl1pPr marL="0" indent="0" algn="l">
              <a:spcBef>
                <a:spcPts val="0"/>
              </a:spcBef>
              <a:buNone/>
              <a:defRPr sz="1800">
                <a:solidFill>
                  <a:schemeClr val="tx1">
                    <a:lumMod val="50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dirty="0"/>
          </a:p>
        </p:txBody>
      </p:sp>
    </p:spTree>
    <p:extLst>
      <p:ext uri="{BB962C8B-B14F-4D97-AF65-F5344CB8AC3E}">
        <p14:creationId xmlns:p14="http://schemas.microsoft.com/office/powerpoint/2010/main" val="1531164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p:txBody>
      </p:sp>
      <p:sp>
        <p:nvSpPr>
          <p:cNvPr id="6" name="Slide Number Placeholder 3"/>
          <p:cNvSpPr>
            <a:spLocks noGrp="1"/>
          </p:cNvSpPr>
          <p:nvPr>
            <p:ph type="sldNum" sz="quarter" idx="12"/>
          </p:nvPr>
        </p:nvSpPr>
        <p:spPr/>
        <p:txBody>
          <a:bodyPr/>
          <a:lstStyle/>
          <a:p>
            <a:fld id="{5F4C9F40-B079-4B71-A627-7266DFEA7F03}" type="slidenum">
              <a:rPr/>
              <a:t>‹#›</a:t>
            </a:fld>
            <a:endParaRPr/>
          </a:p>
        </p:txBody>
      </p:sp>
      <p:sp>
        <p:nvSpPr>
          <p:cNvPr id="5" name="Footer Placeholder 4"/>
          <p:cNvSpPr>
            <a:spLocks noGrp="1"/>
          </p:cNvSpPr>
          <p:nvPr>
            <p:ph type="ftr" sz="quarter" idx="11"/>
          </p:nvPr>
        </p:nvSpPr>
        <p:spPr/>
        <p:txBody>
          <a:bodyPr/>
          <a:lstStyle/>
          <a:p>
            <a:endParaRPr/>
          </a:p>
        </p:txBody>
      </p:sp>
      <p:sp>
        <p:nvSpPr>
          <p:cNvPr id="4"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2253080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bwMode="ltGray">
          <a:xfrm>
            <a:off x="0" y="0"/>
            <a:ext cx="12192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09600" y="3153095"/>
            <a:ext cx="10972800" cy="2286000"/>
          </a:xfrm>
        </p:spPr>
        <p:txBody>
          <a:bodyPr anchor="b">
            <a:normAutofit/>
          </a:bodyPr>
          <a:lstStyle>
            <a:lvl1pPr>
              <a:defRPr sz="5800" b="0"/>
            </a:lvl1pPr>
          </a:lstStyle>
          <a:p>
            <a:r>
              <a:rPr lang="en-US"/>
              <a:t>Click to edit Master title style</a:t>
            </a:r>
            <a:endParaRPr/>
          </a:p>
        </p:txBody>
      </p:sp>
      <p:cxnSp>
        <p:nvCxnSpPr>
          <p:cNvPr id="8" name="Straight Connector 7"/>
          <p:cNvCxnSpPr/>
          <p:nvPr/>
        </p:nvCxnSpPr>
        <p:spPr>
          <a:xfrm>
            <a:off x="0" y="5753100"/>
            <a:ext cx="12192000" cy="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603250" y="5864054"/>
            <a:ext cx="10972800" cy="450042"/>
          </a:xfrm>
        </p:spPr>
        <p:txBody>
          <a:bodyPr anchor="ctr"/>
          <a:lstStyle>
            <a:lvl1pPr marL="0" indent="0">
              <a:spcBef>
                <a:spcPts val="0"/>
              </a:spcBef>
              <a:buNone/>
              <a:defRPr sz="2000">
                <a:solidFill>
                  <a:schemeClr val="tx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937242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714501"/>
            <a:ext cx="4752109" cy="4457700"/>
          </a:xfrm>
        </p:spPr>
        <p:txBody>
          <a:bodyPr>
            <a:normAutofit/>
          </a:bodyPr>
          <a:lstStyle>
            <a:lvl1pPr>
              <a:spcBef>
                <a:spcPts val="2000"/>
              </a:spcBef>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73091" y="1714501"/>
            <a:ext cx="4752109" cy="4457700"/>
          </a:xfrm>
        </p:spPr>
        <p:txBody>
          <a:bodyPr>
            <a:normAutofit/>
          </a:bodyPr>
          <a:lstStyle>
            <a:lvl1pPr>
              <a:spcBef>
                <a:spcPts val="2000"/>
              </a:spcBef>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lide Number Placeholder 4"/>
          <p:cNvSpPr>
            <a:spLocks noGrp="1"/>
          </p:cNvSpPr>
          <p:nvPr>
            <p:ph type="sldNum" sz="quarter" idx="12"/>
          </p:nvPr>
        </p:nvSpPr>
        <p:spPr/>
        <p:txBody>
          <a:bodyPr/>
          <a:lstStyle/>
          <a:p>
            <a:fld id="{5F4C9F40-B079-4B71-A627-7266DFEA7F03}" type="slidenum">
              <a:rPr/>
              <a:t>‹#›</a:t>
            </a:fld>
            <a:endParaRPr/>
          </a:p>
        </p:txBody>
      </p:sp>
      <p:sp>
        <p:nvSpPr>
          <p:cNvPr id="6" name="Footer Placeholder 5"/>
          <p:cNvSpPr>
            <a:spLocks noGrp="1"/>
          </p:cNvSpPr>
          <p:nvPr>
            <p:ph type="ftr" sz="quarter" idx="11"/>
          </p:nvPr>
        </p:nvSpPr>
        <p:spPr/>
        <p:txBody>
          <a:bodyPr/>
          <a:lstStyle/>
          <a:p>
            <a:endParaRPr/>
          </a:p>
        </p:txBody>
      </p:sp>
      <p:sp>
        <p:nvSpPr>
          <p:cNvPr id="5" name="Date Placeholder 6"/>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4072386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529541"/>
            <a:ext cx="4754880" cy="811583"/>
          </a:xfrm>
        </p:spPr>
        <p:txBody>
          <a:bodyPr anchor="b"/>
          <a:lstStyle>
            <a:lvl1pPr marL="0" indent="0">
              <a:lnSpc>
                <a:spcPct val="90000"/>
              </a:lnSpc>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6800" y="2484692"/>
            <a:ext cx="4754880" cy="3687508"/>
          </a:xfrm>
        </p:spPr>
        <p:txBody>
          <a:bodyPr/>
          <a:lstStyle>
            <a:lvl1pPr>
              <a:spcBef>
                <a:spcPts val="2000"/>
              </a:spcBef>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70320" y="1529541"/>
            <a:ext cx="4754880" cy="811583"/>
          </a:xfrm>
        </p:spPr>
        <p:txBody>
          <a:bodyPr anchor="b"/>
          <a:lstStyle>
            <a:lvl1pPr marL="0" indent="0">
              <a:lnSpc>
                <a:spcPct val="90000"/>
              </a:lnSpc>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70320" y="2484692"/>
            <a:ext cx="4754880" cy="3687508"/>
          </a:xfrm>
        </p:spPr>
        <p:txBody>
          <a:bodyPr/>
          <a:lstStyle>
            <a:lvl1pPr>
              <a:spcBef>
                <a:spcPts val="2000"/>
              </a:spcBef>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Slide Number Placeholder 6"/>
          <p:cNvSpPr>
            <a:spLocks noGrp="1"/>
          </p:cNvSpPr>
          <p:nvPr>
            <p:ph type="sldNum" sz="quarter" idx="12"/>
          </p:nvPr>
        </p:nvSpPr>
        <p:spPr/>
        <p:txBody>
          <a:bodyPr/>
          <a:lstStyle/>
          <a:p>
            <a:fld id="{5F4C9F40-B079-4B71-A627-7266DFEA7F03}" type="slidenum">
              <a:rPr/>
              <a:t>‹#›</a:t>
            </a:fld>
            <a:endParaRPr/>
          </a:p>
        </p:txBody>
      </p:sp>
      <p:sp>
        <p:nvSpPr>
          <p:cNvPr id="8" name="Footer Placeholder 7"/>
          <p:cNvSpPr>
            <a:spLocks noGrp="1"/>
          </p:cNvSpPr>
          <p:nvPr>
            <p:ph type="ftr" sz="quarter" idx="11"/>
          </p:nvPr>
        </p:nvSpPr>
        <p:spPr/>
        <p:txBody>
          <a:bodyPr/>
          <a:lstStyle/>
          <a:p>
            <a:endParaRPr/>
          </a:p>
        </p:txBody>
      </p:sp>
      <p:sp>
        <p:nvSpPr>
          <p:cNvPr id="7" name="Date Placeholder 8"/>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96062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Slide Number Placeholder 2"/>
          <p:cNvSpPr>
            <a:spLocks noGrp="1"/>
          </p:cNvSpPr>
          <p:nvPr>
            <p:ph type="sldNum" sz="quarter" idx="12"/>
          </p:nvPr>
        </p:nvSpPr>
        <p:spPr/>
        <p:txBody>
          <a:bodyPr/>
          <a:lstStyle/>
          <a:p>
            <a:fld id="{5F4C9F40-B079-4B71-A627-7266DFEA7F03}" type="slidenum">
              <a:rPr/>
              <a:t>‹#›</a:t>
            </a:fld>
            <a:endParaRPr/>
          </a:p>
        </p:txBody>
      </p:sp>
      <p:sp>
        <p:nvSpPr>
          <p:cNvPr id="4" name="Footer Placeholder 3"/>
          <p:cNvSpPr>
            <a:spLocks noGrp="1"/>
          </p:cNvSpPr>
          <p:nvPr>
            <p:ph type="ftr" sz="quarter" idx="11"/>
          </p:nvPr>
        </p:nvSpPr>
        <p:spPr/>
        <p:txBody>
          <a:bodyPr/>
          <a:lstStyle/>
          <a:p>
            <a:endParaRPr/>
          </a:p>
        </p:txBody>
      </p:sp>
      <p:sp>
        <p:nvSpPr>
          <p:cNvPr id="3"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2515942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1"/>
          <p:cNvSpPr>
            <a:spLocks noGrp="1"/>
          </p:cNvSpPr>
          <p:nvPr>
            <p:ph type="sldNum" sz="quarter" idx="12"/>
          </p:nvPr>
        </p:nvSpPr>
        <p:spPr/>
        <p:txBody>
          <a:bodyPr/>
          <a:lstStyle/>
          <a:p>
            <a:fld id="{5F4C9F40-B079-4B71-A627-7266DFEA7F03}" type="slidenum">
              <a:rPr/>
              <a:t>‹#›</a:t>
            </a:fld>
            <a:endParaRPr dirty="0"/>
          </a:p>
        </p:txBody>
      </p:sp>
      <p:sp>
        <p:nvSpPr>
          <p:cNvPr id="3" name="Footer Placeholder 2"/>
          <p:cNvSpPr>
            <a:spLocks noGrp="1"/>
          </p:cNvSpPr>
          <p:nvPr>
            <p:ph type="ftr" sz="quarter" idx="11"/>
          </p:nvPr>
        </p:nvSpPr>
        <p:spPr/>
        <p:txBody>
          <a:bodyPr/>
          <a:lstStyle/>
          <a:p>
            <a:endParaRPr dirty="0"/>
          </a:p>
        </p:txBody>
      </p:sp>
      <p:sp>
        <p:nvSpPr>
          <p:cNvPr id="2" name="Date Placeholder 3"/>
          <p:cNvSpPr>
            <a:spLocks noGrp="1"/>
          </p:cNvSpPr>
          <p:nvPr>
            <p:ph type="dt" sz="half" idx="10"/>
          </p:nvPr>
        </p:nvSpPr>
        <p:spPr/>
        <p:txBody>
          <a:bodyPr/>
          <a:lstStyle/>
          <a:p>
            <a:fld id="{0402902D-A5F5-4D7D-AAA7-32469BA0BC4D}" type="datetimeFigureOut">
              <a:rPr lang="en-US"/>
              <a:t>8/21/2021</a:t>
            </a:fld>
            <a:endParaRPr dirty="0"/>
          </a:p>
        </p:txBody>
      </p:sp>
    </p:spTree>
    <p:extLst>
      <p:ext uri="{BB962C8B-B14F-4D97-AF65-F5344CB8AC3E}">
        <p14:creationId xmlns:p14="http://schemas.microsoft.com/office/powerpoint/2010/main" val="2756335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3" name="Rectangle 12"/>
          <p:cNvSpPr/>
          <p:nvPr/>
        </p:nvSpPr>
        <p:spPr bwMode="ltGray">
          <a:xfrm>
            <a:off x="0" y="0"/>
            <a:ext cx="4267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9" name="Straight Connector 8"/>
          <p:cNvCxnSpPr/>
          <p:nvPr/>
        </p:nvCxnSpPr>
        <p:spPr>
          <a:xfrm flipH="1">
            <a:off x="4267200" y="0"/>
            <a:ext cx="1" cy="685800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80519" y="465512"/>
            <a:ext cx="3506162" cy="1600200"/>
          </a:xfrm>
        </p:spPr>
        <p:txBody>
          <a:bodyPr anchor="t">
            <a:normAutofit/>
          </a:bodyPr>
          <a:lstStyle>
            <a:lvl1pPr>
              <a:defRPr sz="2800" b="0"/>
            </a:lvl1pPr>
          </a:lstStyle>
          <a:p>
            <a:r>
              <a:rPr lang="en-US"/>
              <a:t>Click to edit Master title style</a:t>
            </a:r>
            <a:endParaRPr/>
          </a:p>
        </p:txBody>
      </p:sp>
      <p:sp>
        <p:nvSpPr>
          <p:cNvPr id="4" name="Text Placeholder 3"/>
          <p:cNvSpPr>
            <a:spLocks noGrp="1"/>
          </p:cNvSpPr>
          <p:nvPr>
            <p:ph type="body" sz="half" idx="2"/>
          </p:nvPr>
        </p:nvSpPr>
        <p:spPr>
          <a:xfrm>
            <a:off x="380519" y="2300514"/>
            <a:ext cx="3506162" cy="3871686"/>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Content Placeholder 2"/>
          <p:cNvSpPr>
            <a:spLocks noGrp="1"/>
          </p:cNvSpPr>
          <p:nvPr>
            <p:ph idx="1"/>
          </p:nvPr>
        </p:nvSpPr>
        <p:spPr>
          <a:xfrm>
            <a:off x="4699000" y="465513"/>
            <a:ext cx="7048500" cy="5935287"/>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3002018232"/>
      </p:ext>
    </p:extLst>
  </p:cSld>
  <p:clrMapOvr>
    <a:masterClrMapping/>
  </p:clrMapOvr>
  <p:extLst>
    <p:ext uri="{DCECCB84-F9BA-43D5-87BE-67443E8EF086}">
      <p15:sldGuideLst xmlns:p15="http://schemas.microsoft.com/office/powerpoint/2012/main">
        <p15:guide id="1" pos="2688">
          <p15:clr>
            <a:srgbClr val="FBAE40"/>
          </p15:clr>
        </p15:guide>
        <p15:guide id="2" orient="horz" pos="288">
          <p15:clr>
            <a:srgbClr val="FBAE40"/>
          </p15:clr>
        </p15:guide>
        <p15:guide id="3" orient="horz" pos="4032">
          <p15:clr>
            <a:srgbClr val="FBAE40"/>
          </p15:clr>
        </p15:guide>
        <p15:guide id="4" pos="29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bwMode="ltGray">
          <a:xfrm>
            <a:off x="6096000" y="0"/>
            <a:ext cx="608572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6356677" y="410685"/>
            <a:ext cx="5594133" cy="687542"/>
          </a:xfrm>
        </p:spPr>
        <p:txBody>
          <a:bodyPr anchor="t">
            <a:normAutofit/>
          </a:bodyPr>
          <a:lstStyle>
            <a:lvl1pPr>
              <a:defRPr sz="2800" b="0"/>
            </a:lvl1pPr>
          </a:lstStyle>
          <a:p>
            <a:r>
              <a:rPr lang="en-US" dirty="0"/>
              <a:t>Click to edit Master title style</a:t>
            </a:r>
            <a:endParaRPr dirty="0"/>
          </a:p>
        </p:txBody>
      </p:sp>
      <p:sp>
        <p:nvSpPr>
          <p:cNvPr id="4" name="Text Placeholder 3"/>
          <p:cNvSpPr>
            <a:spLocks noGrp="1"/>
          </p:cNvSpPr>
          <p:nvPr>
            <p:ph type="body" sz="half" idx="2"/>
          </p:nvPr>
        </p:nvSpPr>
        <p:spPr>
          <a:xfrm>
            <a:off x="6356677" y="1425372"/>
            <a:ext cx="5835322" cy="5021943"/>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349856" y="222637"/>
            <a:ext cx="5472503" cy="6512118"/>
          </a:xfrm>
        </p:spPr>
        <p:txBody>
          <a:bodyPr tIns="73152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cxnSp>
        <p:nvCxnSpPr>
          <p:cNvPr id="7" name="Straight Connector 6">
            <a:extLst>
              <a:ext uri="{FF2B5EF4-FFF2-40B4-BE49-F238E27FC236}">
                <a16:creationId xmlns:a16="http://schemas.microsoft.com/office/drawing/2014/main" id="{EBCADFC3-556B-464A-B678-D6E268446136}"/>
              </a:ext>
            </a:extLst>
          </p:cNvPr>
          <p:cNvCxnSpPr/>
          <p:nvPr userDrawn="1"/>
        </p:nvCxnSpPr>
        <p:spPr>
          <a:xfrm flipH="1">
            <a:off x="6075294" y="0"/>
            <a:ext cx="1" cy="685800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938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3"/>
          <p:cNvSpPr>
            <a:spLocks noGrp="1"/>
          </p:cNvSpPr>
          <p:nvPr>
            <p:ph type="sldNum" sz="quarter" idx="12"/>
          </p:nvPr>
        </p:nvSpPr>
        <p:spPr/>
        <p:txBody>
          <a:bodyPr/>
          <a:lstStyle/>
          <a:p>
            <a:fld id="{5F4C9F40-B079-4B71-A627-7266DFEA7F03}" type="slidenum">
              <a:rPr/>
              <a:t>‹#›</a:t>
            </a:fld>
            <a:endParaRPr/>
          </a:p>
        </p:txBody>
      </p:sp>
      <p:sp>
        <p:nvSpPr>
          <p:cNvPr id="5" name="Footer Placeholder 4"/>
          <p:cNvSpPr>
            <a:spLocks noGrp="1"/>
          </p:cNvSpPr>
          <p:nvPr>
            <p:ph type="ftr" sz="quarter" idx="11"/>
          </p:nvPr>
        </p:nvSpPr>
        <p:spPr/>
        <p:txBody>
          <a:bodyPr/>
          <a:lstStyle/>
          <a:p>
            <a:endParaRPr/>
          </a:p>
        </p:txBody>
      </p:sp>
      <p:sp>
        <p:nvSpPr>
          <p:cNvPr id="4"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3221556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a:off x="9310254" y="0"/>
            <a:ext cx="288174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8" name="Straight Connector 7"/>
          <p:cNvCxnSpPr/>
          <p:nvPr/>
        </p:nvCxnSpPr>
        <p:spPr>
          <a:xfrm flipH="1">
            <a:off x="9310254" y="0"/>
            <a:ext cx="1" cy="685800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9486900" y="685800"/>
            <a:ext cx="2324100" cy="5486399"/>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199" y="685800"/>
            <a:ext cx="8105775" cy="54863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3"/>
          <p:cNvSpPr>
            <a:spLocks noGrp="1"/>
          </p:cNvSpPr>
          <p:nvPr>
            <p:ph type="sldNum" sz="quarter" idx="12"/>
          </p:nvPr>
        </p:nvSpPr>
        <p:spPr/>
        <p:txBody>
          <a:bodyPr/>
          <a:lstStyle/>
          <a:p>
            <a:fld id="{5F4C9F40-B079-4B71-A627-7266DFEA7F03}" type="slidenum">
              <a:rPr/>
              <a:t>‹#›</a:t>
            </a:fld>
            <a:endParaRPr/>
          </a:p>
        </p:txBody>
      </p:sp>
      <p:sp>
        <p:nvSpPr>
          <p:cNvPr id="5" name="Footer Placeholder 4"/>
          <p:cNvSpPr>
            <a:spLocks noGrp="1"/>
          </p:cNvSpPr>
          <p:nvPr>
            <p:ph type="ftr" sz="quarter" idx="11"/>
          </p:nvPr>
        </p:nvSpPr>
        <p:spPr/>
        <p:txBody>
          <a:bodyPr/>
          <a:lstStyle/>
          <a:p>
            <a:endParaRPr/>
          </a:p>
        </p:txBody>
      </p:sp>
      <p:sp>
        <p:nvSpPr>
          <p:cNvPr id="4"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862647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92000" cy="137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bwMode="auto">
          <a:xfrm>
            <a:off x="1066800" y="127000"/>
            <a:ext cx="10058400" cy="1097280"/>
          </a:xfrm>
          <a:prstGeom prst="rect">
            <a:avLst/>
          </a:prstGeom>
        </p:spPr>
        <p:txBody>
          <a:bodyPr vert="horz" lIns="91440" tIns="45720" rIns="91440" bIns="45720" rtlCol="0" anchor="ctr">
            <a:normAutofit/>
          </a:bodyPr>
          <a:lstStyle/>
          <a:p>
            <a:r>
              <a:rPr lang="en-US" dirty="0"/>
              <a:t>Click to edit Master title style</a:t>
            </a:r>
            <a:endParaRPr dirty="0"/>
          </a:p>
        </p:txBody>
      </p:sp>
      <p:cxnSp>
        <p:nvCxnSpPr>
          <p:cNvPr id="9" name="Straight Connector 8"/>
          <p:cNvCxnSpPr/>
          <p:nvPr/>
        </p:nvCxnSpPr>
        <p:spPr>
          <a:xfrm>
            <a:off x="0" y="1371600"/>
            <a:ext cx="12192000" cy="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1066800" y="1714500"/>
            <a:ext cx="10058400" cy="44577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85724" y="6394450"/>
            <a:ext cx="523875" cy="274320"/>
          </a:xfrm>
          <a:prstGeom prst="rect">
            <a:avLst/>
          </a:prstGeom>
        </p:spPr>
        <p:txBody>
          <a:bodyPr vert="horz" lIns="91440" tIns="45720" rIns="91440" bIns="45720" rtlCol="0" anchor="ctr"/>
          <a:lstStyle>
            <a:lvl1pPr algn="r">
              <a:defRPr sz="1200">
                <a:solidFill>
                  <a:schemeClr val="tx1">
                    <a:lumMod val="50000"/>
                  </a:schemeClr>
                </a:solidFill>
              </a:defRPr>
            </a:lvl1pPr>
          </a:lstStyle>
          <a:p>
            <a:fld id="{5F4C9F40-B079-4B71-A627-7266DFEA7F03}" type="slidenum">
              <a:rPr/>
              <a:pPr/>
              <a:t>‹#›</a:t>
            </a:fld>
            <a:endParaRPr/>
          </a:p>
        </p:txBody>
      </p:sp>
      <p:sp>
        <p:nvSpPr>
          <p:cNvPr id="5" name="Footer Placeholder 4"/>
          <p:cNvSpPr>
            <a:spLocks noGrp="1"/>
          </p:cNvSpPr>
          <p:nvPr>
            <p:ph type="ftr" sz="quarter" idx="3"/>
          </p:nvPr>
        </p:nvSpPr>
        <p:spPr>
          <a:xfrm>
            <a:off x="809625" y="6394450"/>
            <a:ext cx="8134350" cy="274320"/>
          </a:xfrm>
          <a:prstGeom prst="rect">
            <a:avLst/>
          </a:prstGeom>
        </p:spPr>
        <p:txBody>
          <a:bodyPr vert="horz" lIns="91440" tIns="45720" rIns="91440" bIns="45720" rtlCol="0" anchor="ctr"/>
          <a:lstStyle>
            <a:lvl1pPr algn="l">
              <a:defRPr sz="1200">
                <a:solidFill>
                  <a:schemeClr val="tx1">
                    <a:lumMod val="50000"/>
                  </a:schemeClr>
                </a:solidFill>
              </a:defRPr>
            </a:lvl1pPr>
          </a:lstStyle>
          <a:p>
            <a:endParaRPr dirty="0"/>
          </a:p>
        </p:txBody>
      </p:sp>
      <p:sp>
        <p:nvSpPr>
          <p:cNvPr id="4" name="Date Placeholder 3"/>
          <p:cNvSpPr>
            <a:spLocks noGrp="1"/>
          </p:cNvSpPr>
          <p:nvPr>
            <p:ph type="dt" sz="half" idx="2"/>
          </p:nvPr>
        </p:nvSpPr>
        <p:spPr>
          <a:xfrm>
            <a:off x="9486900" y="6394450"/>
            <a:ext cx="2324100" cy="274320"/>
          </a:xfrm>
          <a:prstGeom prst="rect">
            <a:avLst/>
          </a:prstGeom>
        </p:spPr>
        <p:txBody>
          <a:bodyPr vert="horz" lIns="91440" tIns="45720" rIns="91440" bIns="45720" rtlCol="0" anchor="ctr"/>
          <a:lstStyle>
            <a:lvl1pPr algn="r">
              <a:defRPr sz="1200">
                <a:solidFill>
                  <a:schemeClr val="tx1">
                    <a:lumMod val="50000"/>
                  </a:schemeClr>
                </a:solidFill>
              </a:defRPr>
            </a:lvl1pPr>
          </a:lstStyle>
          <a:p>
            <a:fld id="{0402902D-A5F5-4D7D-AAA7-32469BA0BC4D}" type="datetimeFigureOut">
              <a:rPr lang="en-US"/>
              <a:pPr/>
              <a:t>8/21/2021</a:t>
            </a:fld>
            <a:endParaRPr dirty="0"/>
          </a:p>
        </p:txBody>
      </p:sp>
    </p:spTree>
    <p:extLst>
      <p:ext uri="{BB962C8B-B14F-4D97-AF65-F5344CB8AC3E}">
        <p14:creationId xmlns:p14="http://schemas.microsoft.com/office/powerpoint/2010/main" val="127595847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400" kern="1200">
          <a:solidFill>
            <a:schemeClr val="tx1"/>
          </a:solidFill>
          <a:latin typeface="+mj-lt"/>
          <a:ea typeface="+mj-ea"/>
          <a:cs typeface="+mj-cs"/>
        </a:defRPr>
      </a:lvl1pPr>
    </p:titleStyle>
    <p:bodyStyle>
      <a:lvl1pPr marL="274320" indent="-274320" algn="l" defTabSz="914400" rtl="0" eaLnBrk="1" latinLnBrk="0" hangingPunct="1">
        <a:spcBef>
          <a:spcPts val="2200"/>
        </a:spcBef>
        <a:buClr>
          <a:schemeClr val="tx1">
            <a:lumMod val="65000"/>
          </a:schemeClr>
        </a:buClr>
        <a:buFont typeface="Arial" pitchFamily="34" charset="0"/>
        <a:buChar char="•"/>
        <a:defRPr sz="2200" kern="1200">
          <a:solidFill>
            <a:schemeClr val="tx1"/>
          </a:solidFill>
          <a:latin typeface="+mn-lt"/>
          <a:ea typeface="+mn-ea"/>
          <a:cs typeface="+mn-cs"/>
        </a:defRPr>
      </a:lvl1pPr>
      <a:lvl2pPr marL="594360" indent="-274320" algn="l" defTabSz="914400" rtl="0" eaLnBrk="1" latinLnBrk="0" hangingPunct="1">
        <a:spcBef>
          <a:spcPts val="1600"/>
        </a:spcBef>
        <a:buClr>
          <a:schemeClr val="tx1">
            <a:lumMod val="65000"/>
          </a:schemeClr>
        </a:buClr>
        <a:buFont typeface="Arial" pitchFamily="34" charset="0"/>
        <a:buChar char="•"/>
        <a:defRPr sz="2000" kern="1200">
          <a:solidFill>
            <a:schemeClr val="tx1"/>
          </a:solidFill>
          <a:latin typeface="+mn-lt"/>
          <a:ea typeface="+mn-ea"/>
          <a:cs typeface="+mn-cs"/>
        </a:defRPr>
      </a:lvl2pPr>
      <a:lvl3pPr marL="868680" indent="-228600" algn="l" defTabSz="914400" rtl="0" eaLnBrk="1" latinLnBrk="0" hangingPunct="1">
        <a:spcBef>
          <a:spcPts val="1200"/>
        </a:spcBef>
        <a:buClr>
          <a:schemeClr val="tx1">
            <a:lumMod val="65000"/>
          </a:schemeClr>
        </a:buClr>
        <a:buFont typeface="Arial" pitchFamily="34" charset="0"/>
        <a:buChar char="•"/>
        <a:defRPr sz="1800" kern="1200">
          <a:solidFill>
            <a:schemeClr val="tx1"/>
          </a:solidFill>
          <a:latin typeface="+mn-lt"/>
          <a:ea typeface="+mn-ea"/>
          <a:cs typeface="+mn-cs"/>
        </a:defRPr>
      </a:lvl3pPr>
      <a:lvl4pPr marL="1188720" indent="-228600" algn="l" defTabSz="914400" rtl="0" eaLnBrk="1" latinLnBrk="0" hangingPunct="1">
        <a:spcBef>
          <a:spcPts val="1000"/>
        </a:spcBef>
        <a:buClr>
          <a:schemeClr val="tx1">
            <a:lumMod val="65000"/>
          </a:schemeClr>
        </a:buClr>
        <a:buFont typeface="Arial" pitchFamily="34" charset="0"/>
        <a:buChar char="•"/>
        <a:defRPr sz="1600" kern="1200">
          <a:solidFill>
            <a:schemeClr val="tx1"/>
          </a:solidFill>
          <a:latin typeface="+mn-lt"/>
          <a:ea typeface="+mn-ea"/>
          <a:cs typeface="+mn-cs"/>
        </a:defRPr>
      </a:lvl4pPr>
      <a:lvl5pPr marL="1417320" indent="-228600" algn="l" defTabSz="914400" rtl="0" eaLnBrk="1" latinLnBrk="0" hangingPunct="1">
        <a:spcBef>
          <a:spcPts val="800"/>
        </a:spcBef>
        <a:buClr>
          <a:schemeClr val="tx1">
            <a:lumMod val="65000"/>
          </a:schemeClr>
        </a:buClr>
        <a:buFont typeface="Arial" pitchFamily="34" charset="0"/>
        <a:buChar char="•"/>
        <a:defRPr sz="1600" kern="1200">
          <a:solidFill>
            <a:schemeClr val="tx1"/>
          </a:solidFill>
          <a:latin typeface="+mn-lt"/>
          <a:ea typeface="+mn-ea"/>
          <a:cs typeface="+mn-cs"/>
        </a:defRPr>
      </a:lvl5pPr>
      <a:lvl6pPr marL="16459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6pPr>
      <a:lvl7pPr marL="18745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7pPr>
      <a:lvl8pPr marL="21031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8pPr>
      <a:lvl9pPr marL="23317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MDBBI/YBEq+kb3SvgOjDP7bUH/g4Nr91+t7GXJ7EOj+rJZw7+ZkKzOuXK2B+prnZPCV+2Lkz+cIJ0aPjM8ZSk0nv5jP92+4I-~jyg9mE70j9QLAtqKPLemrQ=="/>
        <p:cNvGrpSpPr/>
        <p:nvPr/>
      </p:nvGrpSpPr>
      <p:grpSpPr>
        <a:xfrm>
          <a:off x="0" y="0"/>
          <a:ext cx="0" cy="0"/>
          <a:chOff x="0" y="0"/>
          <a:chExt cx="0" cy="0"/>
        </a:xfrm>
      </p:grpSpPr>
      <p:sp>
        <p:nvSpPr>
          <p:cNvPr id="2" name="Title 1" descr="zp4U92gZU8Ind67xdaXxdUTeHc8O3Z0kbbgaAPb8CFtpLSExWqke4Q/iVH2FkmbDCeZjWDL+WFMpW5L58Vr0KqF/E0qaC6cL-~8leN60J0fUNSOdeC0rz8AA=="/>
          <p:cNvSpPr>
            <a:spLocks noGrp="1"/>
          </p:cNvSpPr>
          <p:nvPr>
            <p:ph type="ctrTitle"/>
          </p:nvPr>
        </p:nvSpPr>
        <p:spPr>
          <a:xfrm>
            <a:off x="1514358" y="4740333"/>
            <a:ext cx="10068041" cy="1263534"/>
          </a:xfrm>
        </p:spPr>
        <p:txBody>
          <a:bodyPr>
            <a:normAutofit/>
          </a:bodyPr>
          <a:lstStyle/>
          <a:p>
            <a:r>
              <a:rPr lang="en-US" sz="8000" dirty="0">
                <a:solidFill>
                  <a:schemeClr val="accent3"/>
                </a:solidFill>
              </a:rPr>
              <a:t>S</a:t>
            </a:r>
            <a:r>
              <a:rPr lang="en-US" sz="8000" dirty="0">
                <a:solidFill>
                  <a:schemeClr val="accent1"/>
                </a:solidFill>
              </a:rPr>
              <a:t>T</a:t>
            </a:r>
            <a:r>
              <a:rPr lang="en-US" sz="8000" dirty="0">
                <a:solidFill>
                  <a:schemeClr val="accent2"/>
                </a:solidFill>
              </a:rPr>
              <a:t>E</a:t>
            </a:r>
            <a:r>
              <a:rPr lang="en-US" sz="8000" dirty="0">
                <a:solidFill>
                  <a:schemeClr val="accent4"/>
                </a:solidFill>
              </a:rPr>
              <a:t>M</a:t>
            </a:r>
            <a:r>
              <a:rPr lang="en-US" sz="8000" dirty="0"/>
              <a:t> Education</a:t>
            </a:r>
          </a:p>
        </p:txBody>
      </p:sp>
      <p:sp>
        <p:nvSpPr>
          <p:cNvPr id="3" name="Subtitle 2" descr="5++rJOsp+PMGYcdHadf99LQk66CQPBj4MC0HhdtAx4rlZf8iBjC813LMVODzVqp9UETuAGXSQDGY7LOoGehpAvgyHKKqK79G-~om4EsvBFekLmX2+AGfBUhw=="/>
          <p:cNvSpPr>
            <a:spLocks noGrp="1"/>
          </p:cNvSpPr>
          <p:nvPr>
            <p:ph type="subTitle" idx="1"/>
          </p:nvPr>
        </p:nvSpPr>
        <p:spPr>
          <a:xfrm>
            <a:off x="1514358" y="6286500"/>
            <a:ext cx="10068042" cy="571500"/>
          </a:xfrm>
        </p:spPr>
        <p:txBody>
          <a:bodyPr/>
          <a:lstStyle/>
          <a:p>
            <a:r>
              <a:rPr lang="en-US" dirty="0">
                <a:solidFill>
                  <a:schemeClr val="tx1">
                    <a:lumMod val="95000"/>
                  </a:schemeClr>
                </a:solidFill>
              </a:rPr>
              <a:t>Student Name</a:t>
            </a:r>
          </a:p>
        </p:txBody>
      </p:sp>
      <p:sp>
        <p:nvSpPr>
          <p:cNvPr id="8" name="Oval 7" descr="uMnzCaDLWpvJ4HK/9MwxRVzn/71Cx+GwSFyX/kfF+FQ+hNJeWUWLhjd5iJAemMJYKtm9NHxalfoy2mTHRkekEunK/pvwLkUd-~M80Y/KzDZfhlZfX081ehZg==">
            <a:extLst>
              <a:ext uri="{FF2B5EF4-FFF2-40B4-BE49-F238E27FC236}">
                <a16:creationId xmlns:a16="http://schemas.microsoft.com/office/drawing/2014/main" id="{810AAE8B-4AD7-40BE-B3AE-DAA149ED530C}"/>
              </a:ext>
            </a:extLst>
          </p:cNvPr>
          <p:cNvSpPr/>
          <p:nvPr/>
        </p:nvSpPr>
        <p:spPr>
          <a:xfrm>
            <a:off x="3819988" y="2208570"/>
            <a:ext cx="1645920" cy="17373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BzxxYbTyL74/u0KCN0nZiYU7pki0EJO2Epw3YL9n+tVN2yZLFPnfLFKWclBu0iKI10pWb7//jJzkPK+gcLsLh8n9eNRGjpcb-~j1F/0/fseB7hg64trBYBiA==" descr="Television">
            <a:extLst>
              <a:ext uri="{FF2B5EF4-FFF2-40B4-BE49-F238E27FC236}">
                <a16:creationId xmlns:a16="http://schemas.microsoft.com/office/drawing/2014/main" id="{E6BA501C-2C2D-4DCF-B8EF-8778549D30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46489" y="2597531"/>
            <a:ext cx="992919" cy="959438"/>
          </a:xfrm>
          <a:prstGeom prst="rect">
            <a:avLst/>
          </a:prstGeom>
        </p:spPr>
      </p:pic>
      <p:sp>
        <p:nvSpPr>
          <p:cNvPr id="9" name="Oval 8" descr="X92A7ozHm3Y3ai70fPQmiL3TEg8tvmgiozNw8kIEkbYhDnt5h6g3CFTBcdiL2LAy2eC0BaZDRanANyVck10GZ8fszLR8gvle-~wMzWtj5edMshSIWnr+wMjw==">
            <a:extLst>
              <a:ext uri="{FF2B5EF4-FFF2-40B4-BE49-F238E27FC236}">
                <a16:creationId xmlns:a16="http://schemas.microsoft.com/office/drawing/2014/main" id="{A176A567-802A-4991-A6F8-F7E70F2BD76F}"/>
              </a:ext>
            </a:extLst>
          </p:cNvPr>
          <p:cNvSpPr/>
          <p:nvPr/>
        </p:nvSpPr>
        <p:spPr>
          <a:xfrm>
            <a:off x="1514359" y="2208570"/>
            <a:ext cx="1645920" cy="1737360"/>
          </a:xfrm>
          <a:prstGeom prst="ellipse">
            <a:avLst/>
          </a:prstGeom>
          <a:ln>
            <a:no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en-US">
              <a:solidFill>
                <a:schemeClr val="accent3"/>
              </a:solidFill>
            </a:endParaRPr>
          </a:p>
        </p:txBody>
      </p:sp>
      <p:pic>
        <p:nvPicPr>
          <p:cNvPr id="11" name="Graphic 10#@#mu8zvnSkgBxnj/S15pap0O1t7OiWox7A3gGODzhtPrkSPQumDmIJwdpDJQi7EPVzYzlFZHpafrjuiHl6vAE1pC7qa7a3G84P-~f5RdOrhDoKVjUjY2z4bqhg==" descr="Flask">
            <a:extLst>
              <a:ext uri="{FF2B5EF4-FFF2-40B4-BE49-F238E27FC236}">
                <a16:creationId xmlns:a16="http://schemas.microsoft.com/office/drawing/2014/main" id="{3FA312EB-2A59-4EC4-A5C0-C331D74F116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4151" y="2564815"/>
            <a:ext cx="992919" cy="959438"/>
          </a:xfrm>
          <a:prstGeom prst="rect">
            <a:avLst/>
          </a:prstGeom>
        </p:spPr>
      </p:pic>
      <p:sp>
        <p:nvSpPr>
          <p:cNvPr id="14" name="Oval 13" descr="m3zQz6nkrTKW+pGzWZabcb6EK5VaCrkJavgXysAfIwbL6GBKWSgo9z762j5GZ7YI05sXrYtsykKN3KmyxYSW6240cDT9S9FG-~9z0sF7n9shkiYBf4ERp/kQ==">
            <a:extLst>
              <a:ext uri="{FF2B5EF4-FFF2-40B4-BE49-F238E27FC236}">
                <a16:creationId xmlns:a16="http://schemas.microsoft.com/office/drawing/2014/main" id="{D3EC288B-0D07-4E3A-BD5A-277546564D41}"/>
              </a:ext>
            </a:extLst>
          </p:cNvPr>
          <p:cNvSpPr/>
          <p:nvPr/>
        </p:nvSpPr>
        <p:spPr>
          <a:xfrm>
            <a:off x="5993454" y="2208570"/>
            <a:ext cx="1645920" cy="1737360"/>
          </a:xfrm>
          <a:prstGeom prst="ellipse">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a:solidFill>
                <a:schemeClr val="accent3"/>
              </a:solidFill>
            </a:endParaRPr>
          </a:p>
        </p:txBody>
      </p:sp>
      <p:pic>
        <p:nvPicPr>
          <p:cNvPr id="13" name="Graphic 12#@#nO9zK21MJHod5juDmmTMJB6lfm/zFx2yrbqcqZtcnHdTAwCHV/NYOOReYSF2CTN6KmOvMcr6eEb/MwgJ8ZcJxxh5tTwrop3G-~5srFTnK+RdZJntX4GUdqZw==" descr="Satellite">
            <a:extLst>
              <a:ext uri="{FF2B5EF4-FFF2-40B4-BE49-F238E27FC236}">
                <a16:creationId xmlns:a16="http://schemas.microsoft.com/office/drawing/2014/main" id="{B0060586-05C3-41A4-A59A-B7B4E057397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19954" y="2573087"/>
            <a:ext cx="992919" cy="959438"/>
          </a:xfrm>
          <a:prstGeom prst="rect">
            <a:avLst/>
          </a:prstGeom>
        </p:spPr>
      </p:pic>
      <p:sp>
        <p:nvSpPr>
          <p:cNvPr id="17" name="Oval 16" descr="peaPw8bCxTA36HO0YIGIRcPakaTGoGfR4NZiiXrLL2hV9SWWSuLtdSiq2v7e51bOzRfiG1Y7U0mINNMc6v5UaHtt+E3938J0-~IbfBT1pWj3dtotVqMTU4+Q==">
            <a:extLst>
              <a:ext uri="{FF2B5EF4-FFF2-40B4-BE49-F238E27FC236}">
                <a16:creationId xmlns:a16="http://schemas.microsoft.com/office/drawing/2014/main" id="{F26967C6-D601-49EB-8DF5-994D6A2C5E8C}"/>
              </a:ext>
            </a:extLst>
          </p:cNvPr>
          <p:cNvSpPr/>
          <p:nvPr/>
        </p:nvSpPr>
        <p:spPr>
          <a:xfrm>
            <a:off x="8208763" y="2208570"/>
            <a:ext cx="1645920" cy="1737360"/>
          </a:xfrm>
          <a:prstGeom prst="ellipse">
            <a:avLst/>
          </a:prstGeom>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accent3"/>
              </a:solidFill>
            </a:endParaRPr>
          </a:p>
        </p:txBody>
      </p:sp>
      <p:pic>
        <p:nvPicPr>
          <p:cNvPr id="16" name="Graphic 15#@#fPQWrFf6E1xSVBa7TFZ5wCAH2hXydqFjEkE32sIWJUnQ/FtZ7Vv5U7lKG22N1cwOeic1MtjO3GvYdh3aJuOM+Yghd1vCiknY-~zNhFX9BTOd+X7RU+iNmh0w==" descr="Playbook">
            <a:extLst>
              <a:ext uri="{FF2B5EF4-FFF2-40B4-BE49-F238E27FC236}">
                <a16:creationId xmlns:a16="http://schemas.microsoft.com/office/drawing/2014/main" id="{90D31499-8E91-4415-A89E-D90AD20801D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35263" y="2641977"/>
            <a:ext cx="992919" cy="959438"/>
          </a:xfrm>
          <a:prstGeom prst="rect">
            <a:avLst/>
          </a:prstGeom>
        </p:spPr>
      </p:pic>
    </p:spTree>
    <p:extLst>
      <p:ext uri="{BB962C8B-B14F-4D97-AF65-F5344CB8AC3E}">
        <p14:creationId xmlns:p14="http://schemas.microsoft.com/office/powerpoint/2010/main" val="1420781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descr="TwkS/X8jTDoEOVnKB9AwERXyBH5zemxi1PFnmEgdsMTOx8uCFHvx5iqhVrv3c54dVQGdTqXcP77Xhmsr+L8cZoVUgRCOgq9E-~6vMNcGV52uqI8oPqYQZznw=="/>
        <p:cNvGrpSpPr/>
        <p:nvPr/>
      </p:nvGrpSpPr>
      <p:grpSpPr>
        <a:xfrm>
          <a:off x="0" y="0"/>
          <a:ext cx="0" cy="0"/>
          <a:chOff x="0" y="0"/>
          <a:chExt cx="0" cy="0"/>
        </a:xfrm>
      </p:grpSpPr>
      <p:sp>
        <p:nvSpPr>
          <p:cNvPr id="2" name="Title 1" descr="IUxNvWtGFaLRXtqtfp4eEbvw+yRglJPuyUJrEJCgVfrAiaGB6RiX63si/j2gOQwI1iCWio8WI78Jbtv2pIjFE/a+PyTEJ9Kh-~rM8bdmCLvqMXvgkX3qKL4g==">
            <a:extLst>
              <a:ext uri="{FF2B5EF4-FFF2-40B4-BE49-F238E27FC236}">
                <a16:creationId xmlns:a16="http://schemas.microsoft.com/office/drawing/2014/main" id="{E21B5CCB-E19B-475C-94EB-3C6215918645}"/>
              </a:ext>
            </a:extLst>
          </p:cNvPr>
          <p:cNvSpPr>
            <a:spLocks noGrp="1"/>
          </p:cNvSpPr>
          <p:nvPr>
            <p:ph type="title"/>
          </p:nvPr>
        </p:nvSpPr>
        <p:spPr/>
        <p:txBody>
          <a:bodyPr/>
          <a:lstStyle/>
          <a:p>
            <a:r>
              <a:rPr lang="en-US" dirty="0"/>
              <a:t>What is STEM?</a:t>
            </a:r>
          </a:p>
        </p:txBody>
      </p:sp>
      <p:sp>
        <p:nvSpPr>
          <p:cNvPr id="3" name="Content Placeholder 2" descr="CsCLIgV/peE0/vOOzMebGHh1jzCIwueNDovsaUjlP+zYpU7nw+nmRkIj7ehiEEWPE8cfBRaaENMEHb3AxJ9vqvhQSqjNtvea-~kbyuQTwPWIvxLJzs1j/Ibg==">
            <a:extLst>
              <a:ext uri="{FF2B5EF4-FFF2-40B4-BE49-F238E27FC236}">
                <a16:creationId xmlns:a16="http://schemas.microsoft.com/office/drawing/2014/main" id="{68BDABDA-E7C7-4152-82E2-8B02C07B956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95731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descr="NsWpkPyRbnh24Go/4tWL4nCCJKifJixokg3n1lKybBMAPpWoo+d+KI1mXK0wLyb5l4gTQlnDRo769oTlOdXa3gtb5gCT4kcC-~/iTU7l04BjAchoqqSQ6TNw=="/>
        <p:cNvGrpSpPr/>
        <p:nvPr/>
      </p:nvGrpSpPr>
      <p:grpSpPr>
        <a:xfrm>
          <a:off x="0" y="0"/>
          <a:ext cx="0" cy="0"/>
          <a:chOff x="0" y="0"/>
          <a:chExt cx="0" cy="0"/>
        </a:xfrm>
      </p:grpSpPr>
      <p:sp>
        <p:nvSpPr>
          <p:cNvPr id="2" name="Title 1" descr="ihrlaU2E7tEPsbhKKHJYVZVXeqwLxvvYbeIIqtHoBbzZDVqg7EPUBfo6EUWg/XDYSOtgSvMGpbXfdyIzoqP4vDvxLzEYy9FR-~ZoFUV/lt87uPkMIUMLrJUg==">
            <a:extLst>
              <a:ext uri="{FF2B5EF4-FFF2-40B4-BE49-F238E27FC236}">
                <a16:creationId xmlns:a16="http://schemas.microsoft.com/office/drawing/2014/main" id="{F3DA78A0-DFE3-4CA8-B569-F51DF426BFF1}"/>
              </a:ext>
            </a:extLst>
          </p:cNvPr>
          <p:cNvSpPr>
            <a:spLocks noGrp="1"/>
          </p:cNvSpPr>
          <p:nvPr>
            <p:ph type="title"/>
          </p:nvPr>
        </p:nvSpPr>
        <p:spPr>
          <a:xfrm>
            <a:off x="790575" y="3127375"/>
            <a:ext cx="10058400" cy="1097280"/>
          </a:xfrm>
        </p:spPr>
        <p:txBody>
          <a:bodyPr/>
          <a:lstStyle/>
          <a:p>
            <a:r>
              <a:rPr lang="en-US" dirty="0"/>
              <a:t>Why STEM?</a:t>
            </a:r>
          </a:p>
        </p:txBody>
      </p:sp>
    </p:spTree>
    <p:extLst>
      <p:ext uri="{BB962C8B-B14F-4D97-AF65-F5344CB8AC3E}">
        <p14:creationId xmlns:p14="http://schemas.microsoft.com/office/powerpoint/2010/main" val="677877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descr="qqlc0Y5mxXS6YwM5SX4kHYOccpVeK4GDGcRrF4uNlUWVgvohYkMv8CuPRMAR1mT3jYZibm+Gy3eWZlFELu/yEPgUUD/l1JcR-~AeTXcb2EeBQxgRpJxA9t0Q=="/>
        <p:cNvGrpSpPr/>
        <p:nvPr/>
      </p:nvGrpSpPr>
      <p:grpSpPr>
        <a:xfrm>
          <a:off x="0" y="0"/>
          <a:ext cx="0" cy="0"/>
          <a:chOff x="0" y="0"/>
          <a:chExt cx="0" cy="0"/>
        </a:xfrm>
      </p:grpSpPr>
      <p:sp>
        <p:nvSpPr>
          <p:cNvPr id="2" name="Title 1" descr="lWUFefEPDX/z7Meth9+9fhyU8ocXOsrvXgbNu9e8wmeZKB2J//me0r2m+sp2Jdw+GlVxKPR/4yYL9pp7WY9LUj7npZehGOpU-~rZyYgoTIRgCnKfPnhBdjYw==">
            <a:extLst>
              <a:ext uri="{FF2B5EF4-FFF2-40B4-BE49-F238E27FC236}">
                <a16:creationId xmlns:a16="http://schemas.microsoft.com/office/drawing/2014/main" id="{1959356A-1ADC-4FFD-8E5B-74871FE700DF}"/>
              </a:ext>
            </a:extLst>
          </p:cNvPr>
          <p:cNvSpPr>
            <a:spLocks noGrp="1"/>
          </p:cNvSpPr>
          <p:nvPr>
            <p:ph type="title"/>
          </p:nvPr>
        </p:nvSpPr>
        <p:spPr/>
        <p:txBody>
          <a:bodyPr/>
          <a:lstStyle/>
          <a:p>
            <a:r>
              <a:rPr lang="en-US" dirty="0"/>
              <a:t>U.S. Ratings</a:t>
            </a:r>
          </a:p>
        </p:txBody>
      </p:sp>
    </p:spTree>
    <p:extLst>
      <p:ext uri="{BB962C8B-B14F-4D97-AF65-F5344CB8AC3E}">
        <p14:creationId xmlns:p14="http://schemas.microsoft.com/office/powerpoint/2010/main" val="2256264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descr="6JCZC/TeY0mXnjwO33/51+8F14zwkW22m2OL2ZyQU7/54/euHYSlpECjwsBPmLG7VfH+xgvrlSCIsZxKn1Jd5ukoQ54f7tCB-~lWBuW78jVblGzjFKsKLDeQ=="/>
        <p:cNvGrpSpPr/>
        <p:nvPr/>
      </p:nvGrpSpPr>
      <p:grpSpPr>
        <a:xfrm>
          <a:off x="0" y="0"/>
          <a:ext cx="0" cy="0"/>
          <a:chOff x="0" y="0"/>
          <a:chExt cx="0" cy="0"/>
        </a:xfrm>
      </p:grpSpPr>
      <p:sp>
        <p:nvSpPr>
          <p:cNvPr id="5" name="Title 4" descr="QVTUWxkeuxhyH5ZWWa2WjzzNdVy1+iYqS7a3r1cKumeuGHqySfIlqoeaf2xEMbougDW+bnhPKlQM9xErXlkVjtAyk/vnBgUB-~iZOzOj0XjXIJ1uzLFR72bw==">
            <a:extLst>
              <a:ext uri="{FF2B5EF4-FFF2-40B4-BE49-F238E27FC236}">
                <a16:creationId xmlns:a16="http://schemas.microsoft.com/office/drawing/2014/main" id="{A81AB0C1-F350-4593-BEEE-A6934F24820D}"/>
              </a:ext>
            </a:extLst>
          </p:cNvPr>
          <p:cNvSpPr>
            <a:spLocks noGrp="1"/>
          </p:cNvSpPr>
          <p:nvPr>
            <p:ph type="title"/>
          </p:nvPr>
        </p:nvSpPr>
        <p:spPr>
          <a:xfrm>
            <a:off x="633412" y="137160"/>
            <a:ext cx="10925175" cy="1097280"/>
          </a:xfrm>
        </p:spPr>
        <p:txBody>
          <a:bodyPr>
            <a:normAutofit fontScale="90000"/>
          </a:bodyPr>
          <a:lstStyle/>
          <a:p>
            <a:r>
              <a:rPr lang="en-US" sz="6000" dirty="0"/>
              <a:t>STEM Occupations Expected to Grow</a:t>
            </a:r>
          </a:p>
        </p:txBody>
      </p:sp>
      <p:sp>
        <p:nvSpPr>
          <p:cNvPr id="2" name="Content Placeholder 1" descr="4nvJd8s5tQSQtJCD9CtGgt4XvIB65S6VFyIRQZeU+314Qwa9O7ZXV7xq4J2t/q6kqxbEzv2SGFPVmNlvD5UF+2UgH4xFrCdI-~ugY0etKEQMF/F70xLI2Jog==">
            <a:extLst>
              <a:ext uri="{FF2B5EF4-FFF2-40B4-BE49-F238E27FC236}">
                <a16:creationId xmlns:a16="http://schemas.microsoft.com/office/drawing/2014/main" id="{07B91A70-8844-413B-8DA1-AEFE5D4473D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96817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descr="xshf4l6ja4zNfO+1ij+BZJY1CtrUZMhb6zqwb6DMknPJK8RLy3yPVwTJTBCbc2at32cfLdOTmuo3ksBXMRdesBuezrE9V0xx-~v/LVyw5bHc3/4sVtGPC6WQ=="/>
        <p:cNvGrpSpPr/>
        <p:nvPr/>
      </p:nvGrpSpPr>
      <p:grpSpPr>
        <a:xfrm>
          <a:off x="0" y="0"/>
          <a:ext cx="0" cy="0"/>
          <a:chOff x="0" y="0"/>
          <a:chExt cx="0" cy="0"/>
        </a:xfrm>
      </p:grpSpPr>
      <p:sp>
        <p:nvSpPr>
          <p:cNvPr id="5" name="Title 4" descr="IHZsHasDT2T/k/8L9YqbZrLjgdvO/d5fKkv83SxvyXaUvXZGyYfwPbciIEmEDUV0TtfNIba4/UygGaJnXapCLW6h3HH8OG3j-~sEEAkXcUkAVgfX+3jbCPRA==">
            <a:extLst>
              <a:ext uri="{FF2B5EF4-FFF2-40B4-BE49-F238E27FC236}">
                <a16:creationId xmlns:a16="http://schemas.microsoft.com/office/drawing/2014/main" id="{7E12C455-C60B-4E8A-BA4D-9B4FAD6E2FDD}"/>
              </a:ext>
            </a:extLst>
          </p:cNvPr>
          <p:cNvSpPr>
            <a:spLocks noGrp="1"/>
          </p:cNvSpPr>
          <p:nvPr>
            <p:ph type="title"/>
          </p:nvPr>
        </p:nvSpPr>
        <p:spPr/>
        <p:txBody>
          <a:bodyPr>
            <a:normAutofit fontScale="90000"/>
          </a:bodyPr>
          <a:lstStyle/>
          <a:p>
            <a:r>
              <a:rPr lang="en-US" dirty="0"/>
              <a:t>Today’s Students are Tomorrow’s Leaders</a:t>
            </a:r>
          </a:p>
        </p:txBody>
      </p:sp>
      <p:sp>
        <p:nvSpPr>
          <p:cNvPr id="16" name="Content Placeholder 15" descr="OnGtjedpj/bkq64GAuxhNXVdfSVxjyqrczHIp4QH3MGO2LFNhnZpYAqty1Aj2qYWSL80jp+SPmCRv8m9MHU0S0nGWi99qhOg-~eNMO/4EpMvTT6Pwe7bkPcA==">
            <a:extLst>
              <a:ext uri="{FF2B5EF4-FFF2-40B4-BE49-F238E27FC236}">
                <a16:creationId xmlns:a16="http://schemas.microsoft.com/office/drawing/2014/main" id="{E7D804A7-B244-4307-8D6E-27A4FB45214D}"/>
              </a:ext>
            </a:extLst>
          </p:cNvPr>
          <p:cNvSpPr>
            <a:spLocks noGrp="1"/>
          </p:cNvSpPr>
          <p:nvPr>
            <p:ph idx="1"/>
          </p:nvPr>
        </p:nvSpPr>
        <p:spPr/>
        <p:txBody>
          <a:bodyPr/>
          <a:lstStyle/>
          <a:p>
            <a:pPr lvl="0"/>
            <a:r>
              <a:rPr lang="en-US" dirty="0"/>
              <a:t>STEM-related careers are some of the fastest growing and best paid of the 21st century</a:t>
            </a:r>
          </a:p>
          <a:p>
            <a:pPr lvl="0"/>
            <a:r>
              <a:rPr lang="en-US" dirty="0"/>
              <a:t>Important that our country remains competitive in STEM fields</a:t>
            </a:r>
          </a:p>
          <a:p>
            <a:pPr lvl="0"/>
            <a:r>
              <a:rPr lang="en-US" dirty="0"/>
              <a:t>The best way to ensure future success is to make certain that American students are well versed in these subjects</a:t>
            </a:r>
          </a:p>
        </p:txBody>
      </p:sp>
    </p:spTree>
    <p:extLst>
      <p:ext uri="{BB962C8B-B14F-4D97-AF65-F5344CB8AC3E}">
        <p14:creationId xmlns:p14="http://schemas.microsoft.com/office/powerpoint/2010/main" val="4033320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descr="XlUP0QkEMNdQCxlUk99tw3H6aFkIs0WddhiALOye6FfLDtcL9lzpmsK5dSEgHAQMXXzkIpamdC2Xsxy99ADwDRfOcFaEDhN0-~aTOZsIPToErHEvLee3uhjA=="/>
        <p:cNvGrpSpPr/>
        <p:nvPr/>
      </p:nvGrpSpPr>
      <p:grpSpPr>
        <a:xfrm>
          <a:off x="0" y="0"/>
          <a:ext cx="0" cy="0"/>
          <a:chOff x="0" y="0"/>
          <a:chExt cx="0" cy="0"/>
        </a:xfrm>
      </p:grpSpPr>
      <p:sp>
        <p:nvSpPr>
          <p:cNvPr id="6" name="Title 5" descr="QMRHtgBld82zrZpfvGFP/xugcy/CZJzsdwKaQMwEFxjNzhQ5BhYzOTZLjIvvORjuYvBY6S7b+Ia76kDwhBpkR5Zvu93xt9VB-~9h3cMiql+g/364H0iREkIQ==">
            <a:extLst>
              <a:ext uri="{FF2B5EF4-FFF2-40B4-BE49-F238E27FC236}">
                <a16:creationId xmlns:a16="http://schemas.microsoft.com/office/drawing/2014/main" id="{E52A7218-8364-494F-B5D2-AD98C7677564}"/>
              </a:ext>
            </a:extLst>
          </p:cNvPr>
          <p:cNvSpPr>
            <a:spLocks noGrp="1"/>
          </p:cNvSpPr>
          <p:nvPr>
            <p:ph type="title"/>
          </p:nvPr>
        </p:nvSpPr>
        <p:spPr/>
        <p:txBody>
          <a:bodyPr/>
          <a:lstStyle/>
          <a:p>
            <a:r>
              <a:rPr lang="en-US" dirty="0"/>
              <a:t>How?</a:t>
            </a:r>
          </a:p>
        </p:txBody>
      </p:sp>
    </p:spTree>
    <p:extLst>
      <p:ext uri="{BB962C8B-B14F-4D97-AF65-F5344CB8AC3E}">
        <p14:creationId xmlns:p14="http://schemas.microsoft.com/office/powerpoint/2010/main" val="824718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descr="iNobmgcTwXMDPOSRbZSznRKMdeHd3X+iRZoo68t8NPoZ6m1H3y5ogUhKBwENOEAW10++Mc3T6i/ZF3IaVtUQxCBrNIf2V9JI-~KxcJLznyYRQaHby+yu3LfQ=="/>
        <p:cNvGrpSpPr/>
        <p:nvPr/>
      </p:nvGrpSpPr>
      <p:grpSpPr>
        <a:xfrm>
          <a:off x="0" y="0"/>
          <a:ext cx="0" cy="0"/>
          <a:chOff x="0" y="0"/>
          <a:chExt cx="0" cy="0"/>
        </a:xfrm>
      </p:grpSpPr>
      <p:sp>
        <p:nvSpPr>
          <p:cNvPr id="2" name="Title 1" descr="vwAO/QXPE4UDmPPjOfmx/OuLaZxMSGHmcfDYbmA0SIbX+GrQiLyeke99vfP9G6E7mDB01Hh5+fwwF46auVi5PEukF+XYTlsX-~I8GAszZ9eqKWNkmyA8L/Sg==">
            <a:extLst>
              <a:ext uri="{FF2B5EF4-FFF2-40B4-BE49-F238E27FC236}">
                <a16:creationId xmlns:a16="http://schemas.microsoft.com/office/drawing/2014/main" id="{608D9AF3-A99A-4496-89E5-10493E30EAFA}"/>
              </a:ext>
            </a:extLst>
          </p:cNvPr>
          <p:cNvSpPr>
            <a:spLocks noGrp="1"/>
          </p:cNvSpPr>
          <p:nvPr>
            <p:ph type="title"/>
          </p:nvPr>
        </p:nvSpPr>
        <p:spPr>
          <a:xfrm>
            <a:off x="6332852" y="437036"/>
            <a:ext cx="5594133" cy="687542"/>
          </a:xfrm>
        </p:spPr>
        <p:txBody>
          <a:bodyPr>
            <a:normAutofit/>
          </a:bodyPr>
          <a:lstStyle/>
          <a:p>
            <a:pPr algn="ctr"/>
            <a:r>
              <a:rPr lang="en-US" sz="3600" dirty="0"/>
              <a:t>Overall STEM Education</a:t>
            </a:r>
          </a:p>
        </p:txBody>
      </p:sp>
      <p:sp>
        <p:nvSpPr>
          <p:cNvPr id="3" name="Text Placeholder 2" descr="aOWGOtKSr73rRoltiQkJ9QFfPIT8rvDgbh0IvHAkQ0WBg2SRnqtJwZQHg94m8ehjN0VE+gcCPiWOJIEoiHtyXiQAWUNl0rpp-~rGpTqpk2sDHEtszB+gGpMQ==">
            <a:extLst>
              <a:ext uri="{FF2B5EF4-FFF2-40B4-BE49-F238E27FC236}">
                <a16:creationId xmlns:a16="http://schemas.microsoft.com/office/drawing/2014/main" id="{98C74706-816B-4FFB-AD81-1947CC08AC34}"/>
              </a:ext>
            </a:extLst>
          </p:cNvPr>
          <p:cNvSpPr>
            <a:spLocks noGrp="1"/>
          </p:cNvSpPr>
          <p:nvPr>
            <p:ph type="body" sz="half" idx="2"/>
          </p:nvPr>
        </p:nvSpPr>
        <p:spPr>
          <a:xfrm>
            <a:off x="6323723" y="1399021"/>
            <a:ext cx="5612390" cy="5021943"/>
          </a:xfrm>
        </p:spPr>
        <p:txBody>
          <a:bodyPr anchor="t"/>
          <a:lstStyle/>
          <a:p>
            <a:pPr marL="342900" indent="-342900">
              <a:buFont typeface="Arial" panose="020B0604020202020204" pitchFamily="34" charset="0"/>
              <a:buChar char="•"/>
            </a:pPr>
            <a:r>
              <a:rPr lang="en-US" sz="2800" b="1" dirty="0">
                <a:solidFill>
                  <a:schemeClr val="accent1"/>
                </a:solidFill>
              </a:rPr>
              <a:t>Integrates</a:t>
            </a:r>
            <a:r>
              <a:rPr lang="en-US" sz="2800" dirty="0"/>
              <a:t> science, technology, engineering, &amp; math into one learning experience</a:t>
            </a:r>
          </a:p>
          <a:p>
            <a:pPr marL="342900" indent="-342900">
              <a:buFont typeface="Arial" panose="020B0604020202020204" pitchFamily="34" charset="0"/>
              <a:buChar char="•"/>
            </a:pPr>
            <a:r>
              <a:rPr lang="en-US" sz="2800" dirty="0"/>
              <a:t>Uses </a:t>
            </a:r>
            <a:r>
              <a:rPr lang="en-US" sz="2800" b="1" dirty="0">
                <a:solidFill>
                  <a:schemeClr val="accent1"/>
                </a:solidFill>
              </a:rPr>
              <a:t>project-based</a:t>
            </a:r>
            <a:r>
              <a:rPr lang="en-US" sz="2800" dirty="0"/>
              <a:t>learning</a:t>
            </a:r>
          </a:p>
          <a:p>
            <a:pPr marL="342900" indent="-342900">
              <a:buFont typeface="Arial" panose="020B0604020202020204" pitchFamily="34" charset="0"/>
              <a:buChar char="•"/>
            </a:pPr>
            <a:r>
              <a:rPr lang="en-US" sz="2800" dirty="0"/>
              <a:t>Reinforces </a:t>
            </a:r>
            <a:r>
              <a:rPr lang="en-US" sz="2800" b="1" dirty="0">
                <a:solidFill>
                  <a:schemeClr val="accent1"/>
                </a:solidFill>
              </a:rPr>
              <a:t>real world </a:t>
            </a:r>
            <a:r>
              <a:rPr lang="en-US" sz="2800" dirty="0"/>
              <a:t>application</a:t>
            </a:r>
          </a:p>
          <a:p>
            <a:pPr marL="342900" indent="-342900">
              <a:buFont typeface="Arial" panose="020B0604020202020204" pitchFamily="34" charset="0"/>
              <a:buChar char="•"/>
            </a:pPr>
            <a:r>
              <a:rPr lang="en-US" sz="2800" dirty="0"/>
              <a:t>Prepares students for </a:t>
            </a:r>
            <a:r>
              <a:rPr lang="en-US" sz="2800" b="1" dirty="0">
                <a:solidFill>
                  <a:schemeClr val="accent1"/>
                </a:solidFill>
              </a:rPr>
              <a:t>integrated </a:t>
            </a:r>
            <a:r>
              <a:rPr lang="en-US" sz="2800" dirty="0"/>
              <a:t>careers</a:t>
            </a:r>
          </a:p>
          <a:p>
            <a:pPr marL="342900" indent="-342900">
              <a:buFont typeface="Arial" panose="020B0604020202020204" pitchFamily="34" charset="0"/>
              <a:buChar char="•"/>
            </a:pPr>
            <a:r>
              <a:rPr lang="en-US" sz="2800" dirty="0"/>
              <a:t>Develops </a:t>
            </a:r>
            <a:r>
              <a:rPr lang="en-US" sz="2800" b="1" dirty="0">
                <a:solidFill>
                  <a:schemeClr val="accent1"/>
                </a:solidFill>
              </a:rPr>
              <a:t>“soft” &amp; technical </a:t>
            </a:r>
            <a:r>
              <a:rPr lang="en-US" sz="2800" dirty="0"/>
              <a:t>skills</a:t>
            </a:r>
          </a:p>
          <a:p>
            <a:endParaRPr lang="en-US" dirty="0"/>
          </a:p>
        </p:txBody>
      </p:sp>
      <p:sp>
        <p:nvSpPr>
          <p:cNvPr id="8" name="Picture Placeholder 7" descr="xzbGEHYulLA11RX8G6uVjM8O5F9EncHho3Z1GFmmK5OdkXGoqF5x43ON1df8QuVxPI+xsAsMjVmC9q8cI8lRn5WDiYRuNJGb-~cKCgtNjU5yViWFL3AjwfQQ==">
            <a:extLst>
              <a:ext uri="{FF2B5EF4-FFF2-40B4-BE49-F238E27FC236}">
                <a16:creationId xmlns:a16="http://schemas.microsoft.com/office/drawing/2014/main" id="{A0B25971-F22C-43E8-989E-E1334B86C112}"/>
              </a:ext>
            </a:extLst>
          </p:cNvPr>
          <p:cNvSpPr>
            <a:spLocks noGrp="1"/>
          </p:cNvSpPr>
          <p:nvPr>
            <p:ph type="pic" idx="1"/>
          </p:nvPr>
        </p:nvSpPr>
        <p:spPr>
          <a:xfrm>
            <a:off x="349856" y="222637"/>
            <a:ext cx="5472503" cy="6347845"/>
          </a:xfrm>
        </p:spPr>
      </p:sp>
    </p:spTree>
    <p:extLst>
      <p:ext uri="{BB962C8B-B14F-4D97-AF65-F5344CB8AC3E}">
        <p14:creationId xmlns:p14="http://schemas.microsoft.com/office/powerpoint/2010/main" val="2913377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descr="XhTQpPFquGbO8f+/dzTI6qfFWZgvYWkkt08IltVUQb0peGRpdp5hwKuBoAxvZe6ovU+WFUMiWyLIKn33i7Lf09gf6hQpwIFD-~SpDGhM2nBCycRerdOomUnw=="/>
        <p:cNvGrpSpPr/>
        <p:nvPr/>
      </p:nvGrpSpPr>
      <p:grpSpPr>
        <a:xfrm>
          <a:off x="0" y="0"/>
          <a:ext cx="0" cy="0"/>
          <a:chOff x="0" y="0"/>
          <a:chExt cx="0" cy="0"/>
        </a:xfrm>
      </p:grpSpPr>
      <p:sp>
        <p:nvSpPr>
          <p:cNvPr id="2" name="Title 1" descr="Fub32hjFeXgw6HxqXwfH5Xde7l34/nQx0PYr+Kcs1suvjGNmjzam9X1ofeE3kayXuTKYaMuPcj12Swz6ZIfD1SiKGDR0p5fT-~UD7snj03JUM6g0VxvtngvQ==">
            <a:extLst>
              <a:ext uri="{FF2B5EF4-FFF2-40B4-BE49-F238E27FC236}">
                <a16:creationId xmlns:a16="http://schemas.microsoft.com/office/drawing/2014/main" id="{521500B2-D6AA-436B-8B9F-83D7EEB0475E}"/>
              </a:ext>
            </a:extLst>
          </p:cNvPr>
          <p:cNvSpPr>
            <a:spLocks noGrp="1"/>
          </p:cNvSpPr>
          <p:nvPr>
            <p:ph type="title"/>
          </p:nvPr>
        </p:nvSpPr>
        <p:spPr/>
        <p:txBody>
          <a:bodyPr/>
          <a:lstStyle/>
          <a:p>
            <a:r>
              <a:rPr lang="en-US" dirty="0"/>
              <a:t>Current Curriculum </a:t>
            </a:r>
          </a:p>
        </p:txBody>
      </p:sp>
      <p:sp>
        <p:nvSpPr>
          <p:cNvPr id="5" name="Content Placeholder 4" descr="YqH9DTAqXbd3LygTpkP6QuA9WZ8VBLgto47TYOoLXb3GwA+mkhQYI1lGafMlwmU6aA7RTwL4DAb5hUC6B3+xLeLLbGWBHMTC-~vPZuEL45TZ6T+1XGpFlgVw==">
            <a:extLst>
              <a:ext uri="{FF2B5EF4-FFF2-40B4-BE49-F238E27FC236}">
                <a16:creationId xmlns:a16="http://schemas.microsoft.com/office/drawing/2014/main" id="{CDC7FA54-5A40-49A2-B5BB-DBF301F479F2}"/>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03199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descr="WkhAzwud6Mt0Z+YGzJJZOA/fFGBx6Ka+pFOsBbMPwovf1v2KKdXELlYKHUIx6RgC5PhMUGJetQ0zaQA6Ct+AvR4qUsjtuYWw-~omCbFj9YMAFMEKEpWumcGA=="/>
        <p:cNvGrpSpPr/>
        <p:nvPr/>
      </p:nvGrpSpPr>
      <p:grpSpPr>
        <a:xfrm>
          <a:off x="0" y="0"/>
          <a:ext cx="0" cy="0"/>
          <a:chOff x="0" y="0"/>
          <a:chExt cx="0" cy="0"/>
        </a:xfrm>
      </p:grpSpPr>
      <p:sp>
        <p:nvSpPr>
          <p:cNvPr id="2" name="Title 1" descr="VT0qRb2Bb7E0WPrnxgzyat13Vw9juY/N4UOgHv468j8czJhI5CQFV2vqW7SdfQjlP5e+QBTkD1L78olYs0MH4gkEjCGalEOG-~HUV3f16glVC6nWsselsg/g==">
            <a:extLst>
              <a:ext uri="{FF2B5EF4-FFF2-40B4-BE49-F238E27FC236}">
                <a16:creationId xmlns:a16="http://schemas.microsoft.com/office/drawing/2014/main" id="{071E1569-816D-4B85-AF93-A54053A5885C}"/>
              </a:ext>
            </a:extLst>
          </p:cNvPr>
          <p:cNvSpPr>
            <a:spLocks noGrp="1"/>
          </p:cNvSpPr>
          <p:nvPr>
            <p:ph type="title"/>
          </p:nvPr>
        </p:nvSpPr>
        <p:spPr/>
        <p:txBody>
          <a:bodyPr/>
          <a:lstStyle/>
          <a:p>
            <a:r>
              <a:rPr lang="en-US" dirty="0"/>
              <a:t>Elementary School</a:t>
            </a:r>
          </a:p>
        </p:txBody>
      </p:sp>
      <p:sp>
        <p:nvSpPr>
          <p:cNvPr id="13" name="Content Placeholder 12" descr="niUdpH/7GpJoCXx/4F2d8Bul3QELEBngbjrlB0wFnNsAy2cC2LmFVUqx5imfCkTRqiWiV9wMqgzw1diufud/m7dfvdElHSP1-~dxAYVZudFn4ZTs7eZKqLIA==">
            <a:extLst>
              <a:ext uri="{FF2B5EF4-FFF2-40B4-BE49-F238E27FC236}">
                <a16:creationId xmlns:a16="http://schemas.microsoft.com/office/drawing/2014/main" id="{D94BD276-21BD-4EC6-A54F-110B246D5746}"/>
              </a:ext>
            </a:extLst>
          </p:cNvPr>
          <p:cNvSpPr>
            <a:spLocks noGrp="1"/>
          </p:cNvSpPr>
          <p:nvPr>
            <p:ph sz="half" idx="1"/>
          </p:nvPr>
        </p:nvSpPr>
        <p:spPr/>
        <p:txBody>
          <a:bodyPr/>
          <a:lstStyle/>
          <a:p>
            <a:endParaRPr lang="en-US"/>
          </a:p>
        </p:txBody>
      </p:sp>
      <p:sp>
        <p:nvSpPr>
          <p:cNvPr id="14" name="Content Placeholder 13" descr="VP2rkCiFPfA/xoMcJidj5LfZwjVVdm9DodOoR+veQn38KqgqOlwVddZ3PDsGUg6w+nU7edzHA9fqEbUWCXsIR2gtYBPTjqkZ-~qwlWFoSwrGt7ZEdfzyqZXg==">
            <a:extLst>
              <a:ext uri="{FF2B5EF4-FFF2-40B4-BE49-F238E27FC236}">
                <a16:creationId xmlns:a16="http://schemas.microsoft.com/office/drawing/2014/main" id="{23AA7BD5-AEEB-4685-B497-CC320B67439F}"/>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617941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descr="WAVMaoO3cOkhQ3nx08jKIhySL14bWfwdCrq08gDJvisyYkLUb2TAxEf6C8RZtTW0+if25FlH6vcMF869wD6lT4IHqZMnT+bA-~jqkQCzFJNhIgWpjIsYo1Kw=="/>
        <p:cNvGrpSpPr/>
        <p:nvPr/>
      </p:nvGrpSpPr>
      <p:grpSpPr>
        <a:xfrm>
          <a:off x="0" y="0"/>
          <a:ext cx="0" cy="0"/>
          <a:chOff x="0" y="0"/>
          <a:chExt cx="0" cy="0"/>
        </a:xfrm>
      </p:grpSpPr>
      <p:sp>
        <p:nvSpPr>
          <p:cNvPr id="2" name="Title 1" descr="r7T17YGq3ajKgEcjlO/7IRLFYHv576i2j7LsODEJyO0iVQkZPcCLHwC5xrKSF8/ARhFhOPwclTdjCD9P6KYuLXRX/iddZs00-~iqVrb0Gv7RXEcCP6ZctlsQ==">
            <a:extLst>
              <a:ext uri="{FF2B5EF4-FFF2-40B4-BE49-F238E27FC236}">
                <a16:creationId xmlns:a16="http://schemas.microsoft.com/office/drawing/2014/main" id="{071E1569-816D-4B85-AF93-A54053A5885C}"/>
              </a:ext>
            </a:extLst>
          </p:cNvPr>
          <p:cNvSpPr>
            <a:spLocks noGrp="1"/>
          </p:cNvSpPr>
          <p:nvPr>
            <p:ph type="title"/>
          </p:nvPr>
        </p:nvSpPr>
        <p:spPr/>
        <p:txBody>
          <a:bodyPr/>
          <a:lstStyle/>
          <a:p>
            <a:r>
              <a:rPr lang="en-US" dirty="0"/>
              <a:t>Middle School</a:t>
            </a:r>
          </a:p>
        </p:txBody>
      </p:sp>
    </p:spTree>
    <p:extLst>
      <p:ext uri="{BB962C8B-B14F-4D97-AF65-F5344CB8AC3E}">
        <p14:creationId xmlns:p14="http://schemas.microsoft.com/office/powerpoint/2010/main" val="2936547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descr="R8WIUTjkkV8cOobcwdFhouA1gC7RlND9FO/L8B7ir5J1h8n0vAOE/wBGoazV6KNJ6mVe+8n9EDrlHBbZbqImMoVOM7tCjD8P-~SM7CLfCs72N5zNliuNioOQ=="/>
        <p:cNvGrpSpPr/>
        <p:nvPr/>
      </p:nvGrpSpPr>
      <p:grpSpPr>
        <a:xfrm>
          <a:off x="0" y="0"/>
          <a:ext cx="0" cy="0"/>
          <a:chOff x="0" y="0"/>
          <a:chExt cx="0" cy="0"/>
        </a:xfrm>
      </p:grpSpPr>
      <p:sp>
        <p:nvSpPr>
          <p:cNvPr id="2" name="Title 1" descr="AfDE9GWTc1BqzFZxC3nKE2rg5RvreDZbKoBfGHlmW8DZiR6RwhRa/lD5wn9GzIZ+1pZMrHWJY9KfRkmwXGZ2GXwgs9M4g55k-~vfZuYygv533bUQs3jtzBLg==">
            <a:extLst>
              <a:ext uri="{FF2B5EF4-FFF2-40B4-BE49-F238E27FC236}">
                <a16:creationId xmlns:a16="http://schemas.microsoft.com/office/drawing/2014/main" id="{071E1569-816D-4B85-AF93-A54053A5885C}"/>
              </a:ext>
            </a:extLst>
          </p:cNvPr>
          <p:cNvSpPr>
            <a:spLocks noGrp="1"/>
          </p:cNvSpPr>
          <p:nvPr>
            <p:ph type="title"/>
          </p:nvPr>
        </p:nvSpPr>
        <p:spPr/>
        <p:txBody>
          <a:bodyPr/>
          <a:lstStyle/>
          <a:p>
            <a:r>
              <a:rPr lang="en-US" dirty="0"/>
              <a:t>High School</a:t>
            </a:r>
          </a:p>
        </p:txBody>
      </p:sp>
      <p:sp>
        <p:nvSpPr>
          <p:cNvPr id="6" name="Content Placeholder 5" descr="fuWIoeXZVpxZQmGrD6hX1WyjH1Is09AhMsb7Kpvm3atBkDLXKSn2qXUE84NvUvhynTP8le/d1k+/+JysZEObcye6VaH94zPA-~IBxGPrrrkfKBsCiCjRQvfA==">
            <a:extLst>
              <a:ext uri="{FF2B5EF4-FFF2-40B4-BE49-F238E27FC236}">
                <a16:creationId xmlns:a16="http://schemas.microsoft.com/office/drawing/2014/main" id="{EDAEF8B8-4EF5-4551-891E-21405BBD6DF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83754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descr="mtug8fnyQUIgHVd4S9jP/AiP01fiqtCbVwyq5ZyDGvegmTH6sP0ZKz6Vijz/JeJEZZEEZ9g5xkGss0rsaZ0z/xp0WBsIXAht-~DnLkjiWh+1jec31Kqvqk4A=="/>
        <p:cNvGrpSpPr/>
        <p:nvPr/>
      </p:nvGrpSpPr>
      <p:grpSpPr>
        <a:xfrm>
          <a:off x="0" y="0"/>
          <a:ext cx="0" cy="0"/>
          <a:chOff x="0" y="0"/>
          <a:chExt cx="0" cy="0"/>
        </a:xfrm>
      </p:grpSpPr>
      <p:sp>
        <p:nvSpPr>
          <p:cNvPr id="24" name="Rectangle 23" descr="XAUWIuSIsMRGOlRw46FHEBNjOKU/TgmjjCl1ydUQHbnTDpUHQwbFP0B2n48amFXzS1bUCGPK+kuXG39seF2gIsg9b1ZKXlXg-~eENZOPeYq3hE9ToK3qDBoQ=="/>
          <p:cNvSpPr/>
          <p:nvPr/>
        </p:nvSpPr>
        <p:spPr bwMode="auto">
          <a:xfrm>
            <a:off x="417498" y="215004"/>
            <a:ext cx="9144000" cy="990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ヒラギノ角ゴ Pro W3" pitchFamily="1" charset="-128"/>
            </a:endParaRPr>
          </a:p>
        </p:txBody>
      </p:sp>
      <p:sp>
        <p:nvSpPr>
          <p:cNvPr id="22" name="Slide Number Placeholder 21" descr="glRkyXAXmjS87s1Phc6CbJ2WvTNwzbQk0evt5HHx1NoebE6HCBTvUvFpOQ1DuxaPDYhhVSHM24H39rMMiVO6OxYk9NXQGqPe-~tH1tqo2IG1elLh46f+XLaA=="/>
          <p:cNvSpPr>
            <a:spLocks noGrp="1"/>
          </p:cNvSpPr>
          <p:nvPr>
            <p:ph type="sldNum" sz="quarter" idx="12"/>
          </p:nvPr>
        </p:nvSpPr>
        <p:spPr/>
        <p:txBody>
          <a:bodyPr/>
          <a:lstStyle/>
          <a:p>
            <a:fld id="{75E20B0C-19F5-1541-B0D6-F5C78F991D2B}" type="slidenum">
              <a:rPr lang="en-US" smtClean="0"/>
              <a:pPr/>
              <a:t>13</a:t>
            </a:fld>
            <a:endParaRPr lang="en-US" dirty="0"/>
          </a:p>
        </p:txBody>
      </p:sp>
      <p:sp>
        <p:nvSpPr>
          <p:cNvPr id="3" name="Title 2" descr="wn/xbH//HV8HR0fIbmNXxJGePRIbUbX+zOvKLq77MEzL5qVShoKaVZNl32P7ikxQRDRrNJ7IeSPam7waFappONKTSckRPDqN-~1lYAkbjUnoxekN2e1Ri/Tg==">
            <a:extLst>
              <a:ext uri="{FF2B5EF4-FFF2-40B4-BE49-F238E27FC236}">
                <a16:creationId xmlns:a16="http://schemas.microsoft.com/office/drawing/2014/main" id="{5D34247B-F186-4023-B9BD-6088277E37AB}"/>
              </a:ext>
            </a:extLst>
          </p:cNvPr>
          <p:cNvSpPr>
            <a:spLocks noGrp="1"/>
          </p:cNvSpPr>
          <p:nvPr>
            <p:ph type="title"/>
          </p:nvPr>
        </p:nvSpPr>
        <p:spPr>
          <a:xfrm>
            <a:off x="482814" y="108324"/>
            <a:ext cx="10505355" cy="1097280"/>
          </a:xfrm>
        </p:spPr>
        <p:txBody>
          <a:bodyPr>
            <a:normAutofit/>
          </a:bodyPr>
          <a:lstStyle/>
          <a:p>
            <a:r>
              <a:rPr lang="en-US" dirty="0"/>
              <a:t>State of  STEM Education in the US</a:t>
            </a:r>
          </a:p>
        </p:txBody>
      </p:sp>
      <p:sp>
        <p:nvSpPr>
          <p:cNvPr id="9" name="TextBox 8" descr="moNUTSxWeIpYQ8sXSCmZa9nL2zoY5RaPMk6UJjCGQ7SJP6ExkJqWQOL6oxPNw3kLRz3KqQzDBhIUFJ04ZRF8tIMyrg0HSh7X-~2ACHf1jTl4QP+UYGsxtcuw==">
            <a:extLst>
              <a:ext uri="{FF2B5EF4-FFF2-40B4-BE49-F238E27FC236}">
                <a16:creationId xmlns:a16="http://schemas.microsoft.com/office/drawing/2014/main" id="{5D230512-6476-445A-8C58-3AD238ED0262}"/>
              </a:ext>
            </a:extLst>
          </p:cNvPr>
          <p:cNvSpPr txBox="1"/>
          <p:nvPr/>
        </p:nvSpPr>
        <p:spPr>
          <a:xfrm>
            <a:off x="9944101" y="6360557"/>
            <a:ext cx="2162175" cy="369332"/>
          </a:xfrm>
          <a:prstGeom prst="rect">
            <a:avLst/>
          </a:prstGeom>
          <a:noFill/>
        </p:spPr>
        <p:txBody>
          <a:bodyPr wrap="square" rtlCol="0">
            <a:spAutoFit/>
          </a:bodyPr>
          <a:lstStyle/>
          <a:p>
            <a:r>
              <a:rPr lang="en-US" dirty="0"/>
              <a:t>Harris Interactive</a:t>
            </a:r>
          </a:p>
        </p:txBody>
      </p:sp>
    </p:spTree>
    <p:extLst>
      <p:ext uri="{BB962C8B-B14F-4D97-AF65-F5344CB8AC3E}">
        <p14:creationId xmlns:p14="http://schemas.microsoft.com/office/powerpoint/2010/main" val="888321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descr="naNCDzPjQiwC0QjzNHT8ZjiXG/GKwnb4BjY/Pu4vjI6YYZdDffULFfgRNsvx1EKLAwjPLB54Rsx66vKzKwOyYSKULzKZzKZO-~N3g9o7E1VZTK+ytfFhNXLQ=="/>
        <p:cNvGrpSpPr/>
        <p:nvPr/>
      </p:nvGrpSpPr>
      <p:grpSpPr>
        <a:xfrm>
          <a:off x="0" y="0"/>
          <a:ext cx="0" cy="0"/>
          <a:chOff x="0" y="0"/>
          <a:chExt cx="0" cy="0"/>
        </a:xfrm>
      </p:grpSpPr>
      <p:sp>
        <p:nvSpPr>
          <p:cNvPr id="2" name="Title 1" descr="N3cGzjAHhdv4b2bnbLqBazYZdG2JMZSImOQqT2T/zwr9KNWMZhiKwuGasT+ZUJS0iIoCCtpA5wc8Mdm2VlDi8LgsM6k9jirp-~n1CECiYCk4QckJHwNkxNgg==">
            <a:extLst>
              <a:ext uri="{FF2B5EF4-FFF2-40B4-BE49-F238E27FC236}">
                <a16:creationId xmlns:a16="http://schemas.microsoft.com/office/drawing/2014/main" id="{AE5683A4-BA26-47AA-B49C-66D54B5EBC24}"/>
              </a:ext>
            </a:extLst>
          </p:cNvPr>
          <p:cNvSpPr>
            <a:spLocks noGrp="1"/>
          </p:cNvSpPr>
          <p:nvPr>
            <p:ph type="title"/>
          </p:nvPr>
        </p:nvSpPr>
        <p:spPr/>
        <p:txBody>
          <a:bodyPr/>
          <a:lstStyle/>
          <a:p>
            <a:r>
              <a:rPr lang="en-US" dirty="0"/>
              <a:t>Conclusion</a:t>
            </a:r>
          </a:p>
        </p:txBody>
      </p:sp>
      <p:sp>
        <p:nvSpPr>
          <p:cNvPr id="3" name="Content Placeholder 2" descr="1yo1sQqHJ3Sav1+tOlh36e8jAUPm75/bJ8ueFGcRanRzbQRCpemHscwQSLJw10Ry9S+5VlfV+2ddQB3Kg/e0wqvAdYTVwLxt-~xV90Xrr6eN7GkpeCH3/9SA==">
            <a:extLst>
              <a:ext uri="{FF2B5EF4-FFF2-40B4-BE49-F238E27FC236}">
                <a16:creationId xmlns:a16="http://schemas.microsoft.com/office/drawing/2014/main" id="{0B9B6B94-5013-4F80-831A-8CC83CDA7CE6}"/>
              </a:ext>
            </a:extLst>
          </p:cNvPr>
          <p:cNvSpPr>
            <a:spLocks noGrp="1"/>
          </p:cNvSpPr>
          <p:nvPr>
            <p:ph idx="1"/>
          </p:nvPr>
        </p:nvSpPr>
        <p:spPr/>
        <p:txBody>
          <a:bodyPr/>
          <a:lstStyle/>
          <a:p>
            <a:r>
              <a:rPr lang="en-US" sz="2400" dirty="0"/>
              <a:t>STEM education critical for US to remain world leader</a:t>
            </a:r>
          </a:p>
          <a:p>
            <a:r>
              <a:rPr lang="en-US" sz="2400" dirty="0"/>
              <a:t>If not improved, US will continue to fall in world ranking in math and science</a:t>
            </a:r>
          </a:p>
          <a:p>
            <a:r>
              <a:rPr lang="en-US" sz="2400" dirty="0"/>
              <a:t>STEM education in schools important to spark interest in pursuing STEM career</a:t>
            </a:r>
          </a:p>
          <a:p>
            <a:r>
              <a:rPr lang="en-US" sz="2400" dirty="0"/>
              <a:t>Teachers cannot carry the whole burden, parents and the </a:t>
            </a:r>
            <a:r>
              <a:rPr lang="en-US" sz="2400" dirty="0" err="1"/>
              <a:t>comunity</a:t>
            </a:r>
            <a:r>
              <a:rPr lang="en-US" sz="2400" dirty="0"/>
              <a:t> must encourage STEM activities and increase awareness</a:t>
            </a:r>
          </a:p>
        </p:txBody>
      </p:sp>
    </p:spTree>
    <p:extLst>
      <p:ext uri="{BB962C8B-B14F-4D97-AF65-F5344CB8AC3E}">
        <p14:creationId xmlns:p14="http://schemas.microsoft.com/office/powerpoint/2010/main" val="557149883"/>
      </p:ext>
    </p:extLst>
  </p:cSld>
  <p:clrMapOvr>
    <a:masterClrMapping/>
  </p:clrMapOvr>
</p:sld>
</file>

<file path=ppt/theme/theme1.xml><?xml version="1.0" encoding="utf-8"?>
<a:theme xmlns:a="http://schemas.openxmlformats.org/drawingml/2006/main" name="Science Project 16x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060.potx" id="{B0D06C54-B873-49D2-AD73-EE9BB8599BFF}" vid="{334807F6-B3E0-4323-AC38-BDC7A606DAA1}"/>
    </a:ext>
  </a:extLst>
</a:theme>
</file>

<file path=ppt/theme/theme2.xml><?xml version="1.0" encoding="utf-8"?>
<a:theme xmlns:a="http://schemas.openxmlformats.org/drawingml/2006/main" name="Office Theme">
  <a:themeElements>
    <a:clrScheme name="AcademicScience">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AcademicScience">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9">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7F6423F-2596-4E3F-BC5B-2777A2F3DB72}">
  <we:reference id="wa104178141" version="3.10.0.52" store="en-US" storeType="OMEX"/>
  <we:alternateReferences>
    <we:reference id="wa104178141" version="3.10.0.52" store="en-US" storeType="OMEX"/>
  </we:alternateReferences>
  <we:properties/>
  <we:bindings/>
  <we:snapshot xmlns:r="http://schemas.openxmlformats.org/officeDocument/2006/relationships"/>
</we:webextension>
</file>

<file path=customXml/_rels/item.xml.rels>&#65279;<?xml version="1.0" encoding="utf-8"?><Relationships xmlns="http://schemas.openxmlformats.org/package/2006/relationships"><Relationship Type="http://schemas.openxmlformats.org/officeDocument/2006/relationships/customXmlProps" Target="/customXml/itemProps1.xml" Id="R6864eada0aa34f2f" /></Relationships>
</file>

<file path=customXml/item.xml><?xml version="1.0" encoding="utf-8"?>
<project>
  <id>nGt3h9eSS0S6XrzpkLWNN4TvAUiHOzABpwMkR8FaeCGDGx9o62u0c/0sQ7fDS69sYzfMz08CzTwdVVkD0wCUZX+bNsWNhFIN-~HM8g4EC6oLiHIJ9UpdVWwA==#@#10995802#@#8/21/2021 2:51:21 PM</id>
</project>
</file>

<file path=customXml/itemProps1.xml><?xml version="1.0" encoding="utf-8"?>
<ds:datastoreItem xmlns:ds="http://schemas.openxmlformats.org/officedocument/2006/2/customXml" ds:itemID="{C66AC4F1-97D3-4D10-8D07-51E6CC79AD91}">
  <ds:schemaRefs>
    <ds:schemaRef ds:uri=""/>
  </ds:schemaRefs>
</ds:datastoreItem>
</file>

<file path=docProps/app.xml><?xml version="1.0" encoding="utf-8"?>
<Properties xmlns="http://schemas.openxmlformats.org/officeDocument/2006/extended-properties" xmlns:vt="http://schemas.openxmlformats.org/officeDocument/2006/docPropsVTypes">
  <Template>Science project presentation (widescreen)(2)</Template>
  <TotalTime>3063</TotalTime>
  <Words>503</Words>
  <Application>Microsoft Office PowerPoint</Application>
  <PresentationFormat>Widescreen</PresentationFormat>
  <Paragraphs>57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Science Project 16x9</vt:lpstr>
      <vt:lpstr>STEM Education</vt:lpstr>
      <vt:lpstr>What is STEM?</vt:lpstr>
      <vt:lpstr>Why STEM?</vt:lpstr>
      <vt:lpstr>U.S. Ratings</vt:lpstr>
      <vt:lpstr>STEM Occupations Expected to Grow</vt:lpstr>
      <vt:lpstr>Today’s Students are Tomorrow’s Leaders</vt:lpstr>
      <vt:lpstr>How?</vt:lpstr>
      <vt:lpstr>Overall STEM Education</vt:lpstr>
      <vt:lpstr>Current Curriculum </vt:lpstr>
      <vt:lpstr>Elementary School</vt:lpstr>
      <vt:lpstr>Middle School</vt:lpstr>
      <vt:lpstr>High School</vt:lpstr>
      <vt:lpstr>State of  STEM Education in the US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Project Title</dc:title>
  <dc:creator>Exploring Series</dc:creator>
  <cp:lastModifiedBy>Exploring Series</cp:lastModifiedBy>
  <cp:revision>45</cp:revision>
  <dcterms:created xsi:type="dcterms:W3CDTF">2018-07-03T13:52:52Z</dcterms:created>
  <dcterms:modified xsi:type="dcterms:W3CDTF">2021-08-21T14:51:21Z</dcterms:modified>
</cp:coreProperties>
</file>